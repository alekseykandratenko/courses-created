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sldIdLst>
    <p:sldId id="256" r:id="rId5"/>
    <p:sldId id="260" r:id="rId6"/>
    <p:sldId id="261" r:id="rId7"/>
    <p:sldId id="259" r:id="rId8"/>
    <p:sldId id="258" r:id="rId9"/>
    <p:sldId id="257" r:id="rId10"/>
    <p:sldId id="262" r:id="rId11"/>
    <p:sldId id="263" r:id="rId12"/>
    <p:sldId id="264" r:id="rId13"/>
    <p:sldId id="265" r:id="rId14"/>
    <p:sldId id="266" r:id="rId15"/>
    <p:sldId id="267" r:id="rId16"/>
    <p:sldId id="269" r:id="rId17"/>
    <p:sldId id="270" r:id="rId18"/>
    <p:sldId id="280" r:id="rId19"/>
    <p:sldId id="271" r:id="rId20"/>
    <p:sldId id="272" r:id="rId21"/>
    <p:sldId id="276" r:id="rId22"/>
    <p:sldId id="277" r:id="rId23"/>
    <p:sldId id="278" r:id="rId24"/>
    <p:sldId id="279" r:id="rId2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C1B4E2-93AB-4BDB-AA55-BF5386900020}" v="5" dt="2020-02-05T11:41:42.8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5429" autoAdjust="0"/>
  </p:normalViewPr>
  <p:slideViewPr>
    <p:cSldViewPr snapToGrid="0">
      <p:cViewPr varScale="1">
        <p:scale>
          <a:sx n="97" d="100"/>
          <a:sy n="97" d="100"/>
        </p:scale>
        <p:origin x="9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ncarnacion Gago Amado" userId="b49862bd-6668-4e49-aa37-e41749eff9d5" providerId="ADAL" clId="{0B1065A9-5D23-46A8-83C3-25F8569C414B}"/>
    <pc:docChg chg="undo redo custSel mod addSld delSld modSld sldOrd addMainMaster delMainMaster">
      <pc:chgData name="Encarnacion Gago Amado" userId="b49862bd-6668-4e49-aa37-e41749eff9d5" providerId="ADAL" clId="{0B1065A9-5D23-46A8-83C3-25F8569C414B}" dt="2019-12-03T09:04:31.924" v="10897" actId="20577"/>
      <pc:docMkLst>
        <pc:docMk/>
      </pc:docMkLst>
      <pc:sldChg chg="addSp delSp modSp mod setBg modClrScheme setClrOvrMap chgLayout">
        <pc:chgData name="Encarnacion Gago Amado" userId="b49862bd-6668-4e49-aa37-e41749eff9d5" providerId="ADAL" clId="{0B1065A9-5D23-46A8-83C3-25F8569C414B}" dt="2019-11-28T12:52:36.197" v="44" actId="26606"/>
        <pc:sldMkLst>
          <pc:docMk/>
          <pc:sldMk cId="3320634080" sldId="256"/>
        </pc:sldMkLst>
        <pc:spChg chg="mod ord">
          <ac:chgData name="Encarnacion Gago Amado" userId="b49862bd-6668-4e49-aa37-e41749eff9d5" providerId="ADAL" clId="{0B1065A9-5D23-46A8-83C3-25F8569C414B}" dt="2019-11-28T12:52:36.197" v="44" actId="26606"/>
          <ac:spMkLst>
            <pc:docMk/>
            <pc:sldMk cId="3320634080" sldId="256"/>
            <ac:spMk id="2" creationId="{62B0464E-9EC2-4782-977F-EDE136538BF0}"/>
          </ac:spMkLst>
        </pc:spChg>
        <pc:spChg chg="mod">
          <ac:chgData name="Encarnacion Gago Amado" userId="b49862bd-6668-4e49-aa37-e41749eff9d5" providerId="ADAL" clId="{0B1065A9-5D23-46A8-83C3-25F8569C414B}" dt="2019-11-28T12:52:36.197" v="44" actId="26606"/>
          <ac:spMkLst>
            <pc:docMk/>
            <pc:sldMk cId="3320634080" sldId="256"/>
            <ac:spMk id="3" creationId="{8D64448B-EE0A-4F90-B9EA-9A1689B92959}"/>
          </ac:spMkLst>
        </pc:spChg>
        <pc:spChg chg="add del">
          <ac:chgData name="Encarnacion Gago Amado" userId="b49862bd-6668-4e49-aa37-e41749eff9d5" providerId="ADAL" clId="{0B1065A9-5D23-46A8-83C3-25F8569C414B}" dt="2019-11-28T12:51:57.765" v="37" actId="26606"/>
          <ac:spMkLst>
            <pc:docMk/>
            <pc:sldMk cId="3320634080" sldId="256"/>
            <ac:spMk id="6" creationId="{7319A1DD-F557-4EC6-8A8C-F7617B4CD678}"/>
          </ac:spMkLst>
        </pc:spChg>
        <pc:spChg chg="add del">
          <ac:chgData name="Encarnacion Gago Amado" userId="b49862bd-6668-4e49-aa37-e41749eff9d5" providerId="ADAL" clId="{0B1065A9-5D23-46A8-83C3-25F8569C414B}" dt="2019-11-28T12:52:28.139" v="40" actId="26606"/>
          <ac:spMkLst>
            <pc:docMk/>
            <pc:sldMk cId="3320634080" sldId="256"/>
            <ac:spMk id="8" creationId="{559AE206-7EBA-4D33-8BC9-9D8158553F0E}"/>
          </ac:spMkLst>
        </pc:spChg>
        <pc:spChg chg="add del">
          <ac:chgData name="Encarnacion Gago Amado" userId="b49862bd-6668-4e49-aa37-e41749eff9d5" providerId="ADAL" clId="{0B1065A9-5D23-46A8-83C3-25F8569C414B}" dt="2019-11-28T12:47:32.729" v="35" actId="26606"/>
          <ac:spMkLst>
            <pc:docMk/>
            <pc:sldMk cId="3320634080" sldId="256"/>
            <ac:spMk id="9" creationId="{FE469E50-3893-4ED6-92BA-2985C32B0CA6}"/>
          </ac:spMkLst>
        </pc:spChg>
        <pc:spChg chg="add del">
          <ac:chgData name="Encarnacion Gago Amado" userId="b49862bd-6668-4e49-aa37-e41749eff9d5" providerId="ADAL" clId="{0B1065A9-5D23-46A8-83C3-25F8569C414B}" dt="2019-11-28T12:52:28.139" v="40" actId="26606"/>
          <ac:spMkLst>
            <pc:docMk/>
            <pc:sldMk cId="3320634080" sldId="256"/>
            <ac:spMk id="10" creationId="{6437D937-A7F1-4011-92B4-328E5BE1B166}"/>
          </ac:spMkLst>
        </pc:spChg>
        <pc:spChg chg="add del">
          <ac:chgData name="Encarnacion Gago Amado" userId="b49862bd-6668-4e49-aa37-e41749eff9d5" providerId="ADAL" clId="{0B1065A9-5D23-46A8-83C3-25F8569C414B}" dt="2019-11-28T12:52:28.139" v="40" actId="26606"/>
          <ac:spMkLst>
            <pc:docMk/>
            <pc:sldMk cId="3320634080" sldId="256"/>
            <ac:spMk id="12" creationId="{B672F332-AF08-46C6-94F0-77684310D7B7}"/>
          </ac:spMkLst>
        </pc:spChg>
        <pc:spChg chg="add del">
          <ac:chgData name="Encarnacion Gago Amado" userId="b49862bd-6668-4e49-aa37-e41749eff9d5" providerId="ADAL" clId="{0B1065A9-5D23-46A8-83C3-25F8569C414B}" dt="2019-11-28T12:51:57.765" v="37" actId="26606"/>
          <ac:spMkLst>
            <pc:docMk/>
            <pc:sldMk cId="3320634080" sldId="256"/>
            <ac:spMk id="13" creationId="{C390A367-0330-4E03-9D5F-40308A7975C8}"/>
          </ac:spMkLst>
        </pc:spChg>
        <pc:spChg chg="add del">
          <ac:chgData name="Encarnacion Gago Amado" userId="b49862bd-6668-4e49-aa37-e41749eff9d5" providerId="ADAL" clId="{0B1065A9-5D23-46A8-83C3-25F8569C414B}" dt="2019-11-28T12:52:28.139" v="40" actId="26606"/>
          <ac:spMkLst>
            <pc:docMk/>
            <pc:sldMk cId="3320634080" sldId="256"/>
            <ac:spMk id="14" creationId="{34244EF8-D73A-40E1-BE73-D46E6B4B04ED}"/>
          </ac:spMkLst>
        </pc:spChg>
        <pc:spChg chg="add del">
          <ac:chgData name="Encarnacion Gago Amado" userId="b49862bd-6668-4e49-aa37-e41749eff9d5" providerId="ADAL" clId="{0B1065A9-5D23-46A8-83C3-25F8569C414B}" dt="2019-11-28T12:52:28.139" v="40" actId="26606"/>
          <ac:spMkLst>
            <pc:docMk/>
            <pc:sldMk cId="3320634080" sldId="256"/>
            <ac:spMk id="16" creationId="{AB84D7E8-4ECB-42D7-ADBF-01689B0F24AE}"/>
          </ac:spMkLst>
        </pc:spChg>
        <pc:spChg chg="add del">
          <ac:chgData name="Encarnacion Gago Amado" userId="b49862bd-6668-4e49-aa37-e41749eff9d5" providerId="ADAL" clId="{0B1065A9-5D23-46A8-83C3-25F8569C414B}" dt="2019-11-28T12:52:31.090" v="42" actId="26606"/>
          <ac:spMkLst>
            <pc:docMk/>
            <pc:sldMk cId="3320634080" sldId="256"/>
            <ac:spMk id="24" creationId="{053FB2EE-284F-4C87-AB3D-BBF87A9FAB97}"/>
          </ac:spMkLst>
        </pc:spChg>
        <pc:spChg chg="add del">
          <ac:chgData name="Encarnacion Gago Amado" userId="b49862bd-6668-4e49-aa37-e41749eff9d5" providerId="ADAL" clId="{0B1065A9-5D23-46A8-83C3-25F8569C414B}" dt="2019-11-28T12:52:36.197" v="44" actId="26606"/>
          <ac:spMkLst>
            <pc:docMk/>
            <pc:sldMk cId="3320634080" sldId="256"/>
            <ac:spMk id="26" creationId="{2A8AA5BC-4F7A-4226-8F99-6D824B226A97}"/>
          </ac:spMkLst>
        </pc:spChg>
        <pc:spChg chg="add del">
          <ac:chgData name="Encarnacion Gago Amado" userId="b49862bd-6668-4e49-aa37-e41749eff9d5" providerId="ADAL" clId="{0B1065A9-5D23-46A8-83C3-25F8569C414B}" dt="2019-11-28T12:52:36.197" v="44" actId="26606"/>
          <ac:spMkLst>
            <pc:docMk/>
            <pc:sldMk cId="3320634080" sldId="256"/>
            <ac:spMk id="27" creationId="{3E5445C6-DD42-4979-86FF-03730E8C6DB0}"/>
          </ac:spMkLst>
        </pc:spChg>
        <pc:grpChg chg="add del">
          <ac:chgData name="Encarnacion Gago Amado" userId="b49862bd-6668-4e49-aa37-e41749eff9d5" providerId="ADAL" clId="{0B1065A9-5D23-46A8-83C3-25F8569C414B}" dt="2019-11-28T12:52:31.090" v="42" actId="26606"/>
          <ac:grpSpMkLst>
            <pc:docMk/>
            <pc:sldMk cId="3320634080" sldId="256"/>
            <ac:grpSpMk id="20" creationId="{D2C4BFA1-2075-4901-9E24-E41D1FDD51FD}"/>
          </ac:grpSpMkLst>
        </pc:grpChg>
        <pc:picChg chg="add del">
          <ac:chgData name="Encarnacion Gago Amado" userId="b49862bd-6668-4e49-aa37-e41749eff9d5" providerId="ADAL" clId="{0B1065A9-5D23-46A8-83C3-25F8569C414B}" dt="2019-11-28T12:47:32.729" v="35" actId="26606"/>
          <ac:picMkLst>
            <pc:docMk/>
            <pc:sldMk cId="3320634080" sldId="256"/>
            <ac:picMk id="4" creationId="{397D649A-0C23-4DE8-9B02-5794371C2487}"/>
          </ac:picMkLst>
        </pc:picChg>
        <pc:picChg chg="add del">
          <ac:chgData name="Encarnacion Gago Amado" userId="b49862bd-6668-4e49-aa37-e41749eff9d5" providerId="ADAL" clId="{0B1065A9-5D23-46A8-83C3-25F8569C414B}" dt="2019-11-28T12:51:57.765" v="37" actId="26606"/>
          <ac:picMkLst>
            <pc:docMk/>
            <pc:sldMk cId="3320634080" sldId="256"/>
            <ac:picMk id="5" creationId="{A4F04950-DCEA-4143-B3BA-2E71ABFF6313}"/>
          </ac:picMkLst>
        </pc:picChg>
        <pc:cxnChg chg="add del">
          <ac:chgData name="Encarnacion Gago Amado" userId="b49862bd-6668-4e49-aa37-e41749eff9d5" providerId="ADAL" clId="{0B1065A9-5D23-46A8-83C3-25F8569C414B}" dt="2019-11-28T12:51:57.765" v="37" actId="26606"/>
          <ac:cxnSpMkLst>
            <pc:docMk/>
            <pc:sldMk cId="3320634080" sldId="256"/>
            <ac:cxnSpMk id="11" creationId="{D28A9C89-B313-458F-9C85-515930A51A93}"/>
          </ac:cxnSpMkLst>
        </pc:cxnChg>
        <pc:cxnChg chg="add del">
          <ac:chgData name="Encarnacion Gago Amado" userId="b49862bd-6668-4e49-aa37-e41749eff9d5" providerId="ADAL" clId="{0B1065A9-5D23-46A8-83C3-25F8569C414B}" dt="2019-11-28T12:52:28.139" v="40" actId="26606"/>
          <ac:cxnSpMkLst>
            <pc:docMk/>
            <pc:sldMk cId="3320634080" sldId="256"/>
            <ac:cxnSpMk id="18" creationId="{9E8E38ED-369A-44C2-B635-0BED0E48A6E8}"/>
          </ac:cxnSpMkLst>
        </pc:cxnChg>
        <pc:cxnChg chg="add del">
          <ac:chgData name="Encarnacion Gago Amado" userId="b49862bd-6668-4e49-aa37-e41749eff9d5" providerId="ADAL" clId="{0B1065A9-5D23-46A8-83C3-25F8569C414B}" dt="2019-11-28T12:52:36.197" v="44" actId="26606"/>
          <ac:cxnSpMkLst>
            <pc:docMk/>
            <pc:sldMk cId="3320634080" sldId="256"/>
            <ac:cxnSpMk id="28" creationId="{45000665-DFC7-417E-8FD7-516A0F15C975}"/>
          </ac:cxnSpMkLst>
        </pc:cxnChg>
      </pc:sldChg>
      <pc:sldChg chg="add del">
        <pc:chgData name="Encarnacion Gago Amado" userId="b49862bd-6668-4e49-aa37-e41749eff9d5" providerId="ADAL" clId="{0B1065A9-5D23-46A8-83C3-25F8569C414B}" dt="2019-11-28T12:52:37.178" v="45"/>
        <pc:sldMkLst>
          <pc:docMk/>
          <pc:sldMk cId="2275363923" sldId="257"/>
        </pc:sldMkLst>
      </pc:sldChg>
      <pc:sldChg chg="addSp delSp modSp add ord modTransition">
        <pc:chgData name="Encarnacion Gago Amado" userId="b49862bd-6668-4e49-aa37-e41749eff9d5" providerId="ADAL" clId="{0B1065A9-5D23-46A8-83C3-25F8569C414B}" dt="2019-12-02T11:25:26.356" v="7363"/>
        <pc:sldMkLst>
          <pc:docMk/>
          <pc:sldMk cId="2283422110" sldId="257"/>
        </pc:sldMkLst>
        <pc:spChg chg="mod">
          <ac:chgData name="Encarnacion Gago Amado" userId="b49862bd-6668-4e49-aa37-e41749eff9d5" providerId="ADAL" clId="{0B1065A9-5D23-46A8-83C3-25F8569C414B}" dt="2019-12-02T10:31:19.686" v="3945" actId="207"/>
          <ac:spMkLst>
            <pc:docMk/>
            <pc:sldMk cId="2283422110" sldId="257"/>
            <ac:spMk id="2" creationId="{B53E99CE-19EE-416A-908F-6ECB98F44C59}"/>
          </ac:spMkLst>
        </pc:spChg>
        <pc:spChg chg="mod">
          <ac:chgData name="Encarnacion Gago Amado" userId="b49862bd-6668-4e49-aa37-e41749eff9d5" providerId="ADAL" clId="{0B1065A9-5D23-46A8-83C3-25F8569C414B}" dt="2019-12-02T08:52:51.938" v="2906" actId="20577"/>
          <ac:spMkLst>
            <pc:docMk/>
            <pc:sldMk cId="2283422110" sldId="257"/>
            <ac:spMk id="3" creationId="{34A1C840-8749-4620-8D76-95F77D475268}"/>
          </ac:spMkLst>
        </pc:spChg>
        <pc:spChg chg="add mod">
          <ac:chgData name="Encarnacion Gago Amado" userId="b49862bd-6668-4e49-aa37-e41749eff9d5" providerId="ADAL" clId="{0B1065A9-5D23-46A8-83C3-25F8569C414B}" dt="2019-11-28T15:12:26.417" v="1848" actId="12"/>
          <ac:spMkLst>
            <pc:docMk/>
            <pc:sldMk cId="2283422110" sldId="257"/>
            <ac:spMk id="4" creationId="{E4EF1549-94E2-4432-9496-732772AD0CCC}"/>
          </ac:spMkLst>
        </pc:spChg>
        <pc:spChg chg="add mod">
          <ac:chgData name="Encarnacion Gago Amado" userId="b49862bd-6668-4e49-aa37-e41749eff9d5" providerId="ADAL" clId="{0B1065A9-5D23-46A8-83C3-25F8569C414B}" dt="2019-12-02T08:56:20.006" v="2929" actId="1076"/>
          <ac:spMkLst>
            <pc:docMk/>
            <pc:sldMk cId="2283422110" sldId="257"/>
            <ac:spMk id="5" creationId="{A8F3750E-12C5-420C-906A-D577D70B36F2}"/>
          </ac:spMkLst>
        </pc:spChg>
        <pc:spChg chg="add mod">
          <ac:chgData name="Encarnacion Gago Amado" userId="b49862bd-6668-4e49-aa37-e41749eff9d5" providerId="ADAL" clId="{0B1065A9-5D23-46A8-83C3-25F8569C414B}" dt="2019-12-02T08:50:53.577" v="2696" actId="1076"/>
          <ac:spMkLst>
            <pc:docMk/>
            <pc:sldMk cId="2283422110" sldId="257"/>
            <ac:spMk id="6" creationId="{83F9BB9E-F350-4397-8E0B-EB0C47041326}"/>
          </ac:spMkLst>
        </pc:spChg>
        <pc:spChg chg="add mod">
          <ac:chgData name="Encarnacion Gago Amado" userId="b49862bd-6668-4e49-aa37-e41749eff9d5" providerId="ADAL" clId="{0B1065A9-5D23-46A8-83C3-25F8569C414B}" dt="2019-12-02T10:11:59.314" v="3792" actId="1076"/>
          <ac:spMkLst>
            <pc:docMk/>
            <pc:sldMk cId="2283422110" sldId="257"/>
            <ac:spMk id="7" creationId="{812C1747-75A0-463E-BCFE-352C11922020}"/>
          </ac:spMkLst>
        </pc:spChg>
        <pc:spChg chg="add mod">
          <ac:chgData name="Encarnacion Gago Amado" userId="b49862bd-6668-4e49-aa37-e41749eff9d5" providerId="ADAL" clId="{0B1065A9-5D23-46A8-83C3-25F8569C414B}" dt="2019-12-02T10:11:54.955" v="3791" actId="1076"/>
          <ac:spMkLst>
            <pc:docMk/>
            <pc:sldMk cId="2283422110" sldId="257"/>
            <ac:spMk id="8" creationId="{1846FD64-E4F3-4941-B79D-DE3F6E410560}"/>
          </ac:spMkLst>
        </pc:spChg>
        <pc:spChg chg="add del mod">
          <ac:chgData name="Encarnacion Gago Amado" userId="b49862bd-6668-4e49-aa37-e41749eff9d5" providerId="ADAL" clId="{0B1065A9-5D23-46A8-83C3-25F8569C414B}" dt="2019-12-02T10:10:43.021" v="3780"/>
          <ac:spMkLst>
            <pc:docMk/>
            <pc:sldMk cId="2283422110" sldId="257"/>
            <ac:spMk id="9" creationId="{A3E6FDC8-FAC4-42D4-8998-49F7FC9874DF}"/>
          </ac:spMkLst>
        </pc:spChg>
        <pc:spChg chg="add del mod">
          <ac:chgData name="Encarnacion Gago Amado" userId="b49862bd-6668-4e49-aa37-e41749eff9d5" providerId="ADAL" clId="{0B1065A9-5D23-46A8-83C3-25F8569C414B}" dt="2019-12-02T10:10:43.022" v="3782"/>
          <ac:spMkLst>
            <pc:docMk/>
            <pc:sldMk cId="2283422110" sldId="257"/>
            <ac:spMk id="10" creationId="{21703EC2-E7EC-4C30-A9CD-8C9A1454E0C4}"/>
          </ac:spMkLst>
        </pc:spChg>
        <pc:spChg chg="add mod">
          <ac:chgData name="Encarnacion Gago Amado" userId="b49862bd-6668-4e49-aa37-e41749eff9d5" providerId="ADAL" clId="{0B1065A9-5D23-46A8-83C3-25F8569C414B}" dt="2019-12-02T10:11:49.297" v="3790" actId="1076"/>
          <ac:spMkLst>
            <pc:docMk/>
            <pc:sldMk cId="2283422110" sldId="257"/>
            <ac:spMk id="11" creationId="{8C0D8C8F-C86B-4049-A801-2C70A9201AEF}"/>
          </ac:spMkLst>
        </pc:spChg>
      </pc:sldChg>
      <pc:sldChg chg="addSp delSp modSp add mod setBg">
        <pc:chgData name="Encarnacion Gago Amado" userId="b49862bd-6668-4e49-aa37-e41749eff9d5" providerId="ADAL" clId="{0B1065A9-5D23-46A8-83C3-25F8569C414B}" dt="2019-12-03T08:04:46.650" v="10853" actId="26606"/>
        <pc:sldMkLst>
          <pc:docMk/>
          <pc:sldMk cId="390482201" sldId="258"/>
        </pc:sldMkLst>
        <pc:spChg chg="del mod">
          <ac:chgData name="Encarnacion Gago Amado" userId="b49862bd-6668-4e49-aa37-e41749eff9d5" providerId="ADAL" clId="{0B1065A9-5D23-46A8-83C3-25F8569C414B}" dt="2019-12-02T10:30:02.296" v="3944" actId="478"/>
          <ac:spMkLst>
            <pc:docMk/>
            <pc:sldMk cId="390482201" sldId="258"/>
            <ac:spMk id="2" creationId="{B53E99CE-19EE-416A-908F-6ECB98F44C59}"/>
          </ac:spMkLst>
        </pc:spChg>
        <pc:spChg chg="mod">
          <ac:chgData name="Encarnacion Gago Amado" userId="b49862bd-6668-4e49-aa37-e41749eff9d5" providerId="ADAL" clId="{0B1065A9-5D23-46A8-83C3-25F8569C414B}" dt="2019-12-03T08:04:46.650" v="10853" actId="26606"/>
          <ac:spMkLst>
            <pc:docMk/>
            <pc:sldMk cId="390482201" sldId="258"/>
            <ac:spMk id="3" creationId="{34A1C840-8749-4620-8D76-95F77D475268}"/>
          </ac:spMkLst>
        </pc:spChg>
        <pc:spChg chg="del">
          <ac:chgData name="Encarnacion Gago Amado" userId="b49862bd-6668-4e49-aa37-e41749eff9d5" providerId="ADAL" clId="{0B1065A9-5D23-46A8-83C3-25F8569C414B}" dt="2019-11-29T08:32:52.717" v="2205" actId="478"/>
          <ac:spMkLst>
            <pc:docMk/>
            <pc:sldMk cId="390482201" sldId="258"/>
            <ac:spMk id="4" creationId="{E4EF1549-94E2-4432-9496-732772AD0CCC}"/>
          </ac:spMkLst>
        </pc:spChg>
        <pc:spChg chg="del">
          <ac:chgData name="Encarnacion Gago Amado" userId="b49862bd-6668-4e49-aa37-e41749eff9d5" providerId="ADAL" clId="{0B1065A9-5D23-46A8-83C3-25F8569C414B}" dt="2019-11-29T08:32:54.277" v="2206" actId="478"/>
          <ac:spMkLst>
            <pc:docMk/>
            <pc:sldMk cId="390482201" sldId="258"/>
            <ac:spMk id="5" creationId="{A8F3750E-12C5-420C-906A-D577D70B36F2}"/>
          </ac:spMkLst>
        </pc:spChg>
        <pc:spChg chg="add mod ord">
          <ac:chgData name="Encarnacion Gago Amado" userId="b49862bd-6668-4e49-aa37-e41749eff9d5" providerId="ADAL" clId="{0B1065A9-5D23-46A8-83C3-25F8569C414B}" dt="2019-12-03T08:04:46.650" v="10853" actId="26606"/>
          <ac:spMkLst>
            <pc:docMk/>
            <pc:sldMk cId="390482201" sldId="258"/>
            <ac:spMk id="5" creationId="{AB95A10F-ABD6-43E3-BA22-4C4688B83560}"/>
          </ac:spMkLst>
        </pc:spChg>
        <pc:spChg chg="del">
          <ac:chgData name="Encarnacion Gago Amado" userId="b49862bd-6668-4e49-aa37-e41749eff9d5" providerId="ADAL" clId="{0B1065A9-5D23-46A8-83C3-25F8569C414B}" dt="2019-11-29T08:32:56.227" v="2207" actId="478"/>
          <ac:spMkLst>
            <pc:docMk/>
            <pc:sldMk cId="390482201" sldId="258"/>
            <ac:spMk id="6" creationId="{83F9BB9E-F350-4397-8E0B-EB0C47041326}"/>
          </ac:spMkLst>
        </pc:spChg>
        <pc:spChg chg="add del">
          <ac:chgData name="Encarnacion Gago Amado" userId="b49862bd-6668-4e49-aa37-e41749eff9d5" providerId="ADAL" clId="{0B1065A9-5D23-46A8-83C3-25F8569C414B}" dt="2019-12-03T08:04:43.973" v="10851" actId="26606"/>
          <ac:spMkLst>
            <pc:docMk/>
            <pc:sldMk cId="390482201" sldId="258"/>
            <ac:spMk id="12" creationId="{F60FCA6E-0894-46CD-BD49-5955A51E0084}"/>
          </ac:spMkLst>
        </pc:spChg>
        <pc:spChg chg="add del">
          <ac:chgData name="Encarnacion Gago Amado" userId="b49862bd-6668-4e49-aa37-e41749eff9d5" providerId="ADAL" clId="{0B1065A9-5D23-46A8-83C3-25F8569C414B}" dt="2019-12-03T08:04:43.973" v="10851" actId="26606"/>
          <ac:spMkLst>
            <pc:docMk/>
            <pc:sldMk cId="390482201" sldId="258"/>
            <ac:spMk id="14" creationId="{E78C6E4B-A1F1-4B6C-97EC-BE997495D6AC}"/>
          </ac:spMkLst>
        </pc:spChg>
        <pc:spChg chg="add del">
          <ac:chgData name="Encarnacion Gago Amado" userId="b49862bd-6668-4e49-aa37-e41749eff9d5" providerId="ADAL" clId="{0B1065A9-5D23-46A8-83C3-25F8569C414B}" dt="2019-12-03T08:04:46.650" v="10853" actId="26606"/>
          <ac:spMkLst>
            <pc:docMk/>
            <pc:sldMk cId="390482201" sldId="258"/>
            <ac:spMk id="16" creationId="{F60FCA6E-0894-46CD-BD49-5955A51E0084}"/>
          </ac:spMkLst>
        </pc:spChg>
        <pc:spChg chg="add del">
          <ac:chgData name="Encarnacion Gago Amado" userId="b49862bd-6668-4e49-aa37-e41749eff9d5" providerId="ADAL" clId="{0B1065A9-5D23-46A8-83C3-25F8569C414B}" dt="2019-12-03T08:04:46.650" v="10853" actId="26606"/>
          <ac:spMkLst>
            <pc:docMk/>
            <pc:sldMk cId="390482201" sldId="258"/>
            <ac:spMk id="17" creationId="{E78C6E4B-A1F1-4B6C-97EC-BE997495D6AC}"/>
          </ac:spMkLst>
        </pc:spChg>
        <pc:graphicFrameChg chg="add mod modGraphic">
          <ac:chgData name="Encarnacion Gago Amado" userId="b49862bd-6668-4e49-aa37-e41749eff9d5" providerId="ADAL" clId="{0B1065A9-5D23-46A8-83C3-25F8569C414B}" dt="2019-12-03T08:04:46.650" v="10853" actId="26606"/>
          <ac:graphicFrameMkLst>
            <pc:docMk/>
            <pc:sldMk cId="390482201" sldId="258"/>
            <ac:graphicFrameMk id="7" creationId="{8F5442C4-E1AC-4DCC-8976-CC0500118DA6}"/>
          </ac:graphicFrameMkLst>
        </pc:graphicFrameChg>
      </pc:sldChg>
      <pc:sldChg chg="addSp delSp modSp add mod ord setBg">
        <pc:chgData name="Encarnacion Gago Amado" userId="b49862bd-6668-4e49-aa37-e41749eff9d5" providerId="ADAL" clId="{0B1065A9-5D23-46A8-83C3-25F8569C414B}" dt="2019-12-02T10:32:15.077" v="3982"/>
        <pc:sldMkLst>
          <pc:docMk/>
          <pc:sldMk cId="2599710123" sldId="259"/>
        </pc:sldMkLst>
        <pc:spChg chg="mod">
          <ac:chgData name="Encarnacion Gago Amado" userId="b49862bd-6668-4e49-aa37-e41749eff9d5" providerId="ADAL" clId="{0B1065A9-5D23-46A8-83C3-25F8569C414B}" dt="2019-12-02T10:32:15.077" v="3982"/>
          <ac:spMkLst>
            <pc:docMk/>
            <pc:sldMk cId="2599710123" sldId="259"/>
            <ac:spMk id="2" creationId="{79FFA42D-AA03-447B-80F4-482753C96A9E}"/>
          </ac:spMkLst>
        </pc:spChg>
        <pc:spChg chg="mod ord">
          <ac:chgData name="Encarnacion Gago Amado" userId="b49862bd-6668-4e49-aa37-e41749eff9d5" providerId="ADAL" clId="{0B1065A9-5D23-46A8-83C3-25F8569C414B}" dt="2019-12-02T10:14:39.044" v="3831" actId="27636"/>
          <ac:spMkLst>
            <pc:docMk/>
            <pc:sldMk cId="2599710123" sldId="259"/>
            <ac:spMk id="3" creationId="{7E96DE02-3741-4CE8-8749-317E7A31F778}"/>
          </ac:spMkLst>
        </pc:spChg>
        <pc:spChg chg="add del">
          <ac:chgData name="Encarnacion Gago Amado" userId="b49862bd-6668-4e49-aa37-e41749eff9d5" providerId="ADAL" clId="{0B1065A9-5D23-46A8-83C3-25F8569C414B}" dt="2019-12-02T09:59:28.481" v="3738" actId="26606"/>
          <ac:spMkLst>
            <pc:docMk/>
            <pc:sldMk cId="2599710123" sldId="259"/>
            <ac:spMk id="9" creationId="{C607803A-4E99-444E-94F7-8785CDDF5849}"/>
          </ac:spMkLst>
        </pc:spChg>
        <pc:spChg chg="add del">
          <ac:chgData name="Encarnacion Gago Amado" userId="b49862bd-6668-4e49-aa37-e41749eff9d5" providerId="ADAL" clId="{0B1065A9-5D23-46A8-83C3-25F8569C414B}" dt="2019-12-02T09:59:28.481" v="3738" actId="26606"/>
          <ac:spMkLst>
            <pc:docMk/>
            <pc:sldMk cId="2599710123" sldId="259"/>
            <ac:spMk id="11" creationId="{2989BE6A-C309-418E-8ADD-1616A980570D}"/>
          </ac:spMkLst>
        </pc:spChg>
        <pc:spChg chg="add del">
          <ac:chgData name="Encarnacion Gago Amado" userId="b49862bd-6668-4e49-aa37-e41749eff9d5" providerId="ADAL" clId="{0B1065A9-5D23-46A8-83C3-25F8569C414B}" dt="2019-12-02T09:07:47.592" v="3719" actId="26606"/>
          <ac:spMkLst>
            <pc:docMk/>
            <pc:sldMk cId="2599710123" sldId="259"/>
            <ac:spMk id="16" creationId="{92468898-5A6E-4D55-85EC-308E785EE06C}"/>
          </ac:spMkLst>
        </pc:spChg>
        <pc:spChg chg="add del">
          <ac:chgData name="Encarnacion Gago Amado" userId="b49862bd-6668-4e49-aa37-e41749eff9d5" providerId="ADAL" clId="{0B1065A9-5D23-46A8-83C3-25F8569C414B}" dt="2019-12-02T09:07:47.592" v="3719" actId="26606"/>
          <ac:spMkLst>
            <pc:docMk/>
            <pc:sldMk cId="2599710123" sldId="259"/>
            <ac:spMk id="18" creationId="{3E23A947-2D45-4208-AE2B-64948C87A3EB}"/>
          </ac:spMkLst>
        </pc:spChg>
        <pc:spChg chg="add del">
          <ac:chgData name="Encarnacion Gago Amado" userId="b49862bd-6668-4e49-aa37-e41749eff9d5" providerId="ADAL" clId="{0B1065A9-5D23-46A8-83C3-25F8569C414B}" dt="2019-12-02T09:07:47.592" v="3719" actId="26606"/>
          <ac:spMkLst>
            <pc:docMk/>
            <pc:sldMk cId="2599710123" sldId="259"/>
            <ac:spMk id="20" creationId="{E5BBB0F9-6A59-4D02-A9C7-A2D6516684CE}"/>
          </ac:spMkLst>
        </pc:spChg>
        <pc:spChg chg="add del">
          <ac:chgData name="Encarnacion Gago Amado" userId="b49862bd-6668-4e49-aa37-e41749eff9d5" providerId="ADAL" clId="{0B1065A9-5D23-46A8-83C3-25F8569C414B}" dt="2019-12-02T09:59:26.701" v="3735" actId="26606"/>
          <ac:spMkLst>
            <pc:docMk/>
            <pc:sldMk cId="2599710123" sldId="259"/>
            <ac:spMk id="22" creationId="{B6C29DB0-17E9-42FF-986E-0B7F493F4D24}"/>
          </ac:spMkLst>
        </pc:spChg>
        <pc:spChg chg="add del">
          <ac:chgData name="Encarnacion Gago Amado" userId="b49862bd-6668-4e49-aa37-e41749eff9d5" providerId="ADAL" clId="{0B1065A9-5D23-46A8-83C3-25F8569C414B}" dt="2019-12-02T09:59:26.701" v="3735" actId="26606"/>
          <ac:spMkLst>
            <pc:docMk/>
            <pc:sldMk cId="2599710123" sldId="259"/>
            <ac:spMk id="23" creationId="{115AD956-A5B6-4760-B8B2-11E2DF6B0212}"/>
          </ac:spMkLst>
        </pc:spChg>
        <pc:spChg chg="add del">
          <ac:chgData name="Encarnacion Gago Amado" userId="b49862bd-6668-4e49-aa37-e41749eff9d5" providerId="ADAL" clId="{0B1065A9-5D23-46A8-83C3-25F8569C414B}" dt="2019-12-02T09:08:05.559" v="3724" actId="26606"/>
          <ac:spMkLst>
            <pc:docMk/>
            <pc:sldMk cId="2599710123" sldId="259"/>
            <ac:spMk id="28" creationId="{E45CA849-654C-4173-AD99-B3A2528275F5}"/>
          </ac:spMkLst>
        </pc:spChg>
        <pc:spChg chg="add del">
          <ac:chgData name="Encarnacion Gago Amado" userId="b49862bd-6668-4e49-aa37-e41749eff9d5" providerId="ADAL" clId="{0B1065A9-5D23-46A8-83C3-25F8569C414B}" dt="2019-12-02T09:08:05.559" v="3724" actId="26606"/>
          <ac:spMkLst>
            <pc:docMk/>
            <pc:sldMk cId="2599710123" sldId="259"/>
            <ac:spMk id="30" creationId="{3E23A947-2D45-4208-AE2B-64948C87A3EB}"/>
          </ac:spMkLst>
        </pc:spChg>
        <pc:spChg chg="add del">
          <ac:chgData name="Encarnacion Gago Amado" userId="b49862bd-6668-4e49-aa37-e41749eff9d5" providerId="ADAL" clId="{0B1065A9-5D23-46A8-83C3-25F8569C414B}" dt="2019-12-02T09:08:05.559" v="3724" actId="26606"/>
          <ac:spMkLst>
            <pc:docMk/>
            <pc:sldMk cId="2599710123" sldId="259"/>
            <ac:spMk id="32" creationId="{E5BBB0F9-6A59-4D02-A9C7-A2D6516684CE}"/>
          </ac:spMkLst>
        </pc:spChg>
        <pc:spChg chg="add del">
          <ac:chgData name="Encarnacion Gago Amado" userId="b49862bd-6668-4e49-aa37-e41749eff9d5" providerId="ADAL" clId="{0B1065A9-5D23-46A8-83C3-25F8569C414B}" dt="2019-12-02T09:08:07.785" v="3726" actId="26606"/>
          <ac:spMkLst>
            <pc:docMk/>
            <pc:sldMk cId="2599710123" sldId="259"/>
            <ac:spMk id="34" creationId="{C607803A-4E99-444E-94F7-8785CDDF5849}"/>
          </ac:spMkLst>
        </pc:spChg>
        <pc:spChg chg="add del">
          <ac:chgData name="Encarnacion Gago Amado" userId="b49862bd-6668-4e49-aa37-e41749eff9d5" providerId="ADAL" clId="{0B1065A9-5D23-46A8-83C3-25F8569C414B}" dt="2019-12-02T09:08:07.785" v="3726" actId="26606"/>
          <ac:spMkLst>
            <pc:docMk/>
            <pc:sldMk cId="2599710123" sldId="259"/>
            <ac:spMk id="35" creationId="{2989BE6A-C309-418E-8ADD-1616A980570D}"/>
          </ac:spMkLst>
        </pc:spChg>
        <pc:spChg chg="add del">
          <ac:chgData name="Encarnacion Gago Amado" userId="b49862bd-6668-4e49-aa37-e41749eff9d5" providerId="ADAL" clId="{0B1065A9-5D23-46A8-83C3-25F8569C414B}" dt="2019-12-02T09:08:08.767" v="3728" actId="26606"/>
          <ac:spMkLst>
            <pc:docMk/>
            <pc:sldMk cId="2599710123" sldId="259"/>
            <ac:spMk id="37" creationId="{92468898-5A6E-4D55-85EC-308E785EE06C}"/>
          </ac:spMkLst>
        </pc:spChg>
        <pc:spChg chg="add del">
          <ac:chgData name="Encarnacion Gago Amado" userId="b49862bd-6668-4e49-aa37-e41749eff9d5" providerId="ADAL" clId="{0B1065A9-5D23-46A8-83C3-25F8569C414B}" dt="2019-12-02T09:08:08.767" v="3728" actId="26606"/>
          <ac:spMkLst>
            <pc:docMk/>
            <pc:sldMk cId="2599710123" sldId="259"/>
            <ac:spMk id="38" creationId="{3E23A947-2D45-4208-AE2B-64948C87A3EB}"/>
          </ac:spMkLst>
        </pc:spChg>
        <pc:spChg chg="add del">
          <ac:chgData name="Encarnacion Gago Amado" userId="b49862bd-6668-4e49-aa37-e41749eff9d5" providerId="ADAL" clId="{0B1065A9-5D23-46A8-83C3-25F8569C414B}" dt="2019-12-02T09:08:08.767" v="3728" actId="26606"/>
          <ac:spMkLst>
            <pc:docMk/>
            <pc:sldMk cId="2599710123" sldId="259"/>
            <ac:spMk id="39" creationId="{E5BBB0F9-6A59-4D02-A9C7-A2D6516684CE}"/>
          </ac:spMkLst>
        </pc:spChg>
        <pc:spChg chg="add del">
          <ac:chgData name="Encarnacion Gago Amado" userId="b49862bd-6668-4e49-aa37-e41749eff9d5" providerId="ADAL" clId="{0B1065A9-5D23-46A8-83C3-25F8569C414B}" dt="2019-12-02T09:08:11.823" v="3732" actId="26606"/>
          <ac:spMkLst>
            <pc:docMk/>
            <pc:sldMk cId="2599710123" sldId="259"/>
            <ac:spMk id="43" creationId="{E45CA849-654C-4173-AD99-B3A2528275F5}"/>
          </ac:spMkLst>
        </pc:spChg>
        <pc:spChg chg="add del">
          <ac:chgData name="Encarnacion Gago Amado" userId="b49862bd-6668-4e49-aa37-e41749eff9d5" providerId="ADAL" clId="{0B1065A9-5D23-46A8-83C3-25F8569C414B}" dt="2019-12-02T09:08:11.823" v="3732" actId="26606"/>
          <ac:spMkLst>
            <pc:docMk/>
            <pc:sldMk cId="2599710123" sldId="259"/>
            <ac:spMk id="44" creationId="{3E23A947-2D45-4208-AE2B-64948C87A3EB}"/>
          </ac:spMkLst>
        </pc:spChg>
        <pc:spChg chg="add del">
          <ac:chgData name="Encarnacion Gago Amado" userId="b49862bd-6668-4e49-aa37-e41749eff9d5" providerId="ADAL" clId="{0B1065A9-5D23-46A8-83C3-25F8569C414B}" dt="2019-12-02T09:08:11.823" v="3732" actId="26606"/>
          <ac:spMkLst>
            <pc:docMk/>
            <pc:sldMk cId="2599710123" sldId="259"/>
            <ac:spMk id="45" creationId="{E5BBB0F9-6A59-4D02-A9C7-A2D6516684CE}"/>
          </ac:spMkLst>
        </pc:spChg>
        <pc:spChg chg="add del">
          <ac:chgData name="Encarnacion Gago Amado" userId="b49862bd-6668-4e49-aa37-e41749eff9d5" providerId="ADAL" clId="{0B1065A9-5D23-46A8-83C3-25F8569C414B}" dt="2019-12-02T09:59:26.075" v="3734" actId="26606"/>
          <ac:spMkLst>
            <pc:docMk/>
            <pc:sldMk cId="2599710123" sldId="259"/>
            <ac:spMk id="47" creationId="{C607803A-4E99-444E-94F7-8785CDDF5849}"/>
          </ac:spMkLst>
        </pc:spChg>
        <pc:spChg chg="add del">
          <ac:chgData name="Encarnacion Gago Amado" userId="b49862bd-6668-4e49-aa37-e41749eff9d5" providerId="ADAL" clId="{0B1065A9-5D23-46A8-83C3-25F8569C414B}" dt="2019-12-02T09:59:26.075" v="3734" actId="26606"/>
          <ac:spMkLst>
            <pc:docMk/>
            <pc:sldMk cId="2599710123" sldId="259"/>
            <ac:spMk id="48" creationId="{2989BE6A-C309-418E-8ADD-1616A980570D}"/>
          </ac:spMkLst>
        </pc:spChg>
        <pc:picChg chg="add del mod ord">
          <ac:chgData name="Encarnacion Gago Amado" userId="b49862bd-6668-4e49-aa37-e41749eff9d5" providerId="ADAL" clId="{0B1065A9-5D23-46A8-83C3-25F8569C414B}" dt="2019-12-02T09:59:40.074" v="3745"/>
          <ac:picMkLst>
            <pc:docMk/>
            <pc:sldMk cId="2599710123" sldId="259"/>
            <ac:picMk id="4" creationId="{9B449D39-FBF3-4897-A1A8-405335190577}"/>
          </ac:picMkLst>
        </pc:picChg>
        <pc:picChg chg="add mod">
          <ac:chgData name="Encarnacion Gago Amado" userId="b49862bd-6668-4e49-aa37-e41749eff9d5" providerId="ADAL" clId="{0B1065A9-5D23-46A8-83C3-25F8569C414B}" dt="2019-12-02T10:14:48.243" v="3834" actId="1076"/>
          <ac:picMkLst>
            <pc:docMk/>
            <pc:sldMk cId="2599710123" sldId="259"/>
            <ac:picMk id="5" creationId="{AF867C9A-2DC2-40BF-A897-27FF3E3D5E45}"/>
          </ac:picMkLst>
        </pc:picChg>
        <pc:picChg chg="add mod">
          <ac:chgData name="Encarnacion Gago Amado" userId="b49862bd-6668-4e49-aa37-e41749eff9d5" providerId="ADAL" clId="{0B1065A9-5D23-46A8-83C3-25F8569C414B}" dt="2019-12-02T10:14:46.140" v="3833" actId="1076"/>
          <ac:picMkLst>
            <pc:docMk/>
            <pc:sldMk cId="2599710123" sldId="259"/>
            <ac:picMk id="6" creationId="{36BA04A3-7475-43BC-99B8-4652E2AF7552}"/>
          </ac:picMkLst>
        </pc:picChg>
        <pc:cxnChg chg="add del">
          <ac:chgData name="Encarnacion Gago Amado" userId="b49862bd-6668-4e49-aa37-e41749eff9d5" providerId="ADAL" clId="{0B1065A9-5D23-46A8-83C3-25F8569C414B}" dt="2019-12-02T09:08:10.415" v="3730" actId="26606"/>
          <ac:cxnSpMkLst>
            <pc:docMk/>
            <pc:sldMk cId="2599710123" sldId="259"/>
            <ac:cxnSpMk id="41" creationId="{39B7FDC9-F0CE-43A7-9F2A-83DD09DC3453}"/>
          </ac:cxnSpMkLst>
        </pc:cxnChg>
      </pc:sldChg>
      <pc:sldChg chg="modSp add del">
        <pc:chgData name="Encarnacion Gago Amado" userId="b49862bd-6668-4e49-aa37-e41749eff9d5" providerId="ADAL" clId="{0B1065A9-5D23-46A8-83C3-25F8569C414B}" dt="2019-12-02T10:12:06.591" v="3793" actId="2696"/>
        <pc:sldMkLst>
          <pc:docMk/>
          <pc:sldMk cId="691173918" sldId="260"/>
        </pc:sldMkLst>
        <pc:spChg chg="mod">
          <ac:chgData name="Encarnacion Gago Amado" userId="b49862bd-6668-4e49-aa37-e41749eff9d5" providerId="ADAL" clId="{0B1065A9-5D23-46A8-83C3-25F8569C414B}" dt="2019-12-02T09:03:43.506" v="3553" actId="113"/>
          <ac:spMkLst>
            <pc:docMk/>
            <pc:sldMk cId="691173918" sldId="260"/>
            <ac:spMk id="3" creationId="{813BC645-E8E8-4D1B-955E-8E85E57C4CAB}"/>
          </ac:spMkLst>
        </pc:spChg>
      </pc:sldChg>
      <pc:sldChg chg="addSp delSp modSp add mod ord setBg">
        <pc:chgData name="Encarnacion Gago Amado" userId="b49862bd-6668-4e49-aa37-e41749eff9d5" providerId="ADAL" clId="{0B1065A9-5D23-46A8-83C3-25F8569C414B}" dt="2019-12-02T16:43:37.025" v="10818" actId="26606"/>
        <pc:sldMkLst>
          <pc:docMk/>
          <pc:sldMk cId="703935002" sldId="260"/>
        </pc:sldMkLst>
        <pc:spChg chg="mod">
          <ac:chgData name="Encarnacion Gago Amado" userId="b49862bd-6668-4e49-aa37-e41749eff9d5" providerId="ADAL" clId="{0B1065A9-5D23-46A8-83C3-25F8569C414B}" dt="2019-12-02T16:43:37.025" v="10818" actId="26606"/>
          <ac:spMkLst>
            <pc:docMk/>
            <pc:sldMk cId="703935002" sldId="260"/>
            <ac:spMk id="2" creationId="{F8C6B49F-34C5-409D-A26C-A1C031CEBC2D}"/>
          </ac:spMkLst>
        </pc:spChg>
        <pc:spChg chg="add del mod">
          <ac:chgData name="Encarnacion Gago Amado" userId="b49862bd-6668-4e49-aa37-e41749eff9d5" providerId="ADAL" clId="{0B1065A9-5D23-46A8-83C3-25F8569C414B}" dt="2019-12-02T16:43:37.025" v="10818" actId="26606"/>
          <ac:spMkLst>
            <pc:docMk/>
            <pc:sldMk cId="703935002" sldId="260"/>
            <ac:spMk id="3" creationId="{A2BE7DCF-CA99-4B32-A211-FEDD6F70A67D}"/>
          </ac:spMkLst>
        </pc:spChg>
        <pc:spChg chg="add del">
          <ac:chgData name="Encarnacion Gago Amado" userId="b49862bd-6668-4e49-aa37-e41749eff9d5" providerId="ADAL" clId="{0B1065A9-5D23-46A8-83C3-25F8569C414B}" dt="2019-12-02T16:43:32.335" v="10816" actId="26606"/>
          <ac:spMkLst>
            <pc:docMk/>
            <pc:sldMk cId="703935002" sldId="260"/>
            <ac:spMk id="10" creationId="{A5711A0E-A428-4ED1-96CB-33D69FD842E4}"/>
          </ac:spMkLst>
        </pc:spChg>
        <pc:spChg chg="add del">
          <ac:chgData name="Encarnacion Gago Amado" userId="b49862bd-6668-4e49-aa37-e41749eff9d5" providerId="ADAL" clId="{0B1065A9-5D23-46A8-83C3-25F8569C414B}" dt="2019-12-02T16:43:37.025" v="10818" actId="26606"/>
          <ac:spMkLst>
            <pc:docMk/>
            <pc:sldMk cId="703935002" sldId="260"/>
            <ac:spMk id="12" creationId="{46C2E80F-49A6-4372-B103-219D417A55ED}"/>
          </ac:spMkLst>
        </pc:spChg>
        <pc:graphicFrameChg chg="add del">
          <ac:chgData name="Encarnacion Gago Amado" userId="b49862bd-6668-4e49-aa37-e41749eff9d5" providerId="ADAL" clId="{0B1065A9-5D23-46A8-83C3-25F8569C414B}" dt="2019-12-02T16:43:32.335" v="10816" actId="26606"/>
          <ac:graphicFrameMkLst>
            <pc:docMk/>
            <pc:sldMk cId="703935002" sldId="260"/>
            <ac:graphicFrameMk id="5" creationId="{90C6F00F-34E9-42C7-B7D1-6D184B985EC9}"/>
          </ac:graphicFrameMkLst>
        </pc:graphicFrameChg>
        <pc:graphicFrameChg chg="add del">
          <ac:chgData name="Encarnacion Gago Amado" userId="b49862bd-6668-4e49-aa37-e41749eff9d5" providerId="ADAL" clId="{0B1065A9-5D23-46A8-83C3-25F8569C414B}" dt="2019-12-02T16:43:37.025" v="10818" actId="26606"/>
          <ac:graphicFrameMkLst>
            <pc:docMk/>
            <pc:sldMk cId="703935002" sldId="260"/>
            <ac:graphicFrameMk id="13" creationId="{982666AB-CAF9-408E-8679-7D07E27B9A50}"/>
          </ac:graphicFrameMkLst>
        </pc:graphicFrameChg>
      </pc:sldChg>
      <pc:sldChg chg="modSp add ord">
        <pc:chgData name="Encarnacion Gago Amado" userId="b49862bd-6668-4e49-aa37-e41749eff9d5" providerId="ADAL" clId="{0B1065A9-5D23-46A8-83C3-25F8569C414B}" dt="2019-12-02T10:53:57.924" v="4424" actId="20577"/>
        <pc:sldMkLst>
          <pc:docMk/>
          <pc:sldMk cId="100800704" sldId="261"/>
        </pc:sldMkLst>
        <pc:spChg chg="mod">
          <ac:chgData name="Encarnacion Gago Amado" userId="b49862bd-6668-4e49-aa37-e41749eff9d5" providerId="ADAL" clId="{0B1065A9-5D23-46A8-83C3-25F8569C414B}" dt="2019-12-02T10:53:13.588" v="4365" actId="20577"/>
          <ac:spMkLst>
            <pc:docMk/>
            <pc:sldMk cId="100800704" sldId="261"/>
            <ac:spMk id="2" creationId="{219FE86F-C4F6-44B1-A482-953FBCFF572D}"/>
          </ac:spMkLst>
        </pc:spChg>
        <pc:spChg chg="mod">
          <ac:chgData name="Encarnacion Gago Amado" userId="b49862bd-6668-4e49-aa37-e41749eff9d5" providerId="ADAL" clId="{0B1065A9-5D23-46A8-83C3-25F8569C414B}" dt="2019-12-02T10:53:57.924" v="4424" actId="20577"/>
          <ac:spMkLst>
            <pc:docMk/>
            <pc:sldMk cId="100800704" sldId="261"/>
            <ac:spMk id="3" creationId="{09F24BDB-5FEA-45BA-A9A6-327558157FBE}"/>
          </ac:spMkLst>
        </pc:spChg>
      </pc:sldChg>
      <pc:sldChg chg="delSp modSp add modNotesTx">
        <pc:chgData name="Encarnacion Gago Amado" userId="b49862bd-6668-4e49-aa37-e41749eff9d5" providerId="ADAL" clId="{0B1065A9-5D23-46A8-83C3-25F8569C414B}" dt="2019-12-02T11:08:22.240" v="5696" actId="20577"/>
        <pc:sldMkLst>
          <pc:docMk/>
          <pc:sldMk cId="1385198141" sldId="262"/>
        </pc:sldMkLst>
        <pc:spChg chg="mod">
          <ac:chgData name="Encarnacion Gago Amado" userId="b49862bd-6668-4e49-aa37-e41749eff9d5" providerId="ADAL" clId="{0B1065A9-5D23-46A8-83C3-25F8569C414B}" dt="2019-12-02T11:08:22.240" v="5696" actId="20577"/>
          <ac:spMkLst>
            <pc:docMk/>
            <pc:sldMk cId="1385198141" sldId="262"/>
            <ac:spMk id="3" creationId="{34A1C840-8749-4620-8D76-95F77D475268}"/>
          </ac:spMkLst>
        </pc:spChg>
        <pc:spChg chg="mod">
          <ac:chgData name="Encarnacion Gago Amado" userId="b49862bd-6668-4e49-aa37-e41749eff9d5" providerId="ADAL" clId="{0B1065A9-5D23-46A8-83C3-25F8569C414B}" dt="2019-12-02T11:06:57.338" v="5456" actId="20577"/>
          <ac:spMkLst>
            <pc:docMk/>
            <pc:sldMk cId="1385198141" sldId="262"/>
            <ac:spMk id="5" creationId="{AB95A10F-ABD6-43E3-BA22-4C4688B83560}"/>
          </ac:spMkLst>
        </pc:spChg>
        <pc:graphicFrameChg chg="del">
          <ac:chgData name="Encarnacion Gago Amado" userId="b49862bd-6668-4e49-aa37-e41749eff9d5" providerId="ADAL" clId="{0B1065A9-5D23-46A8-83C3-25F8569C414B}" dt="2019-12-02T11:04:09.723" v="5101" actId="478"/>
          <ac:graphicFrameMkLst>
            <pc:docMk/>
            <pc:sldMk cId="1385198141" sldId="262"/>
            <ac:graphicFrameMk id="7" creationId="{8F5442C4-E1AC-4DCC-8976-CC0500118DA6}"/>
          </ac:graphicFrameMkLst>
        </pc:graphicFrameChg>
      </pc:sldChg>
      <pc:sldChg chg="modSp add del modNotesTx">
        <pc:chgData name="Encarnacion Gago Amado" userId="b49862bd-6668-4e49-aa37-e41749eff9d5" providerId="ADAL" clId="{0B1065A9-5D23-46A8-83C3-25F8569C414B}" dt="2019-12-02T11:03:24.105" v="5060" actId="2696"/>
        <pc:sldMkLst>
          <pc:docMk/>
          <pc:sldMk cId="2712939250" sldId="262"/>
        </pc:sldMkLst>
        <pc:spChg chg="mod">
          <ac:chgData name="Encarnacion Gago Amado" userId="b49862bd-6668-4e49-aa37-e41749eff9d5" providerId="ADAL" clId="{0B1065A9-5D23-46A8-83C3-25F8569C414B}" dt="2019-12-02T10:56:01.259" v="4449" actId="20577"/>
          <ac:spMkLst>
            <pc:docMk/>
            <pc:sldMk cId="2712939250" sldId="262"/>
            <ac:spMk id="2" creationId="{219FE86F-C4F6-44B1-A482-953FBCFF572D}"/>
          </ac:spMkLst>
        </pc:spChg>
        <pc:spChg chg="mod">
          <ac:chgData name="Encarnacion Gago Amado" userId="b49862bd-6668-4e49-aa37-e41749eff9d5" providerId="ADAL" clId="{0B1065A9-5D23-46A8-83C3-25F8569C414B}" dt="2019-12-02T10:57:10.191" v="4631" actId="5793"/>
          <ac:spMkLst>
            <pc:docMk/>
            <pc:sldMk cId="2712939250" sldId="262"/>
            <ac:spMk id="3" creationId="{09F24BDB-5FEA-45BA-A9A6-327558157FBE}"/>
          </ac:spMkLst>
        </pc:spChg>
      </pc:sldChg>
      <pc:sldChg chg="modSp add">
        <pc:chgData name="Encarnacion Gago Amado" userId="b49862bd-6668-4e49-aa37-e41749eff9d5" providerId="ADAL" clId="{0B1065A9-5D23-46A8-83C3-25F8569C414B}" dt="2019-12-02T11:10:58.731" v="5889" actId="20577"/>
        <pc:sldMkLst>
          <pc:docMk/>
          <pc:sldMk cId="1797913762" sldId="263"/>
        </pc:sldMkLst>
        <pc:spChg chg="mod">
          <ac:chgData name="Encarnacion Gago Amado" userId="b49862bd-6668-4e49-aa37-e41749eff9d5" providerId="ADAL" clId="{0B1065A9-5D23-46A8-83C3-25F8569C414B}" dt="2019-12-02T11:10:58.731" v="5889" actId="20577"/>
          <ac:spMkLst>
            <pc:docMk/>
            <pc:sldMk cId="1797913762" sldId="263"/>
            <ac:spMk id="3" creationId="{34A1C840-8749-4620-8D76-95F77D475268}"/>
          </ac:spMkLst>
        </pc:spChg>
        <pc:spChg chg="mod">
          <ac:chgData name="Encarnacion Gago Amado" userId="b49862bd-6668-4e49-aa37-e41749eff9d5" providerId="ADAL" clId="{0B1065A9-5D23-46A8-83C3-25F8569C414B}" dt="2019-12-02T11:09:02.972" v="5718" actId="20577"/>
          <ac:spMkLst>
            <pc:docMk/>
            <pc:sldMk cId="1797913762" sldId="263"/>
            <ac:spMk id="5" creationId="{AB95A10F-ABD6-43E3-BA22-4C4688B83560}"/>
          </ac:spMkLst>
        </pc:spChg>
      </pc:sldChg>
      <pc:sldChg chg="modSp add modNotesTx">
        <pc:chgData name="Encarnacion Gago Amado" userId="b49862bd-6668-4e49-aa37-e41749eff9d5" providerId="ADAL" clId="{0B1065A9-5D23-46A8-83C3-25F8569C414B}" dt="2019-12-02T11:13:14.698" v="6065" actId="20577"/>
        <pc:sldMkLst>
          <pc:docMk/>
          <pc:sldMk cId="4089706170" sldId="264"/>
        </pc:sldMkLst>
        <pc:spChg chg="mod">
          <ac:chgData name="Encarnacion Gago Amado" userId="b49862bd-6668-4e49-aa37-e41749eff9d5" providerId="ADAL" clId="{0B1065A9-5D23-46A8-83C3-25F8569C414B}" dt="2019-12-02T11:12:10.203" v="5969" actId="20577"/>
          <ac:spMkLst>
            <pc:docMk/>
            <pc:sldMk cId="4089706170" sldId="264"/>
            <ac:spMk id="3" creationId="{34A1C840-8749-4620-8D76-95F77D475268}"/>
          </ac:spMkLst>
        </pc:spChg>
        <pc:spChg chg="mod">
          <ac:chgData name="Encarnacion Gago Amado" userId="b49862bd-6668-4e49-aa37-e41749eff9d5" providerId="ADAL" clId="{0B1065A9-5D23-46A8-83C3-25F8569C414B}" dt="2019-12-02T11:13:14.698" v="6065" actId="20577"/>
          <ac:spMkLst>
            <pc:docMk/>
            <pc:sldMk cId="4089706170" sldId="264"/>
            <ac:spMk id="5" creationId="{AB95A10F-ABD6-43E3-BA22-4C4688B83560}"/>
          </ac:spMkLst>
        </pc:spChg>
      </pc:sldChg>
      <pc:sldChg chg="modSp add modNotesTx">
        <pc:chgData name="Encarnacion Gago Amado" userId="b49862bd-6668-4e49-aa37-e41749eff9d5" providerId="ADAL" clId="{0B1065A9-5D23-46A8-83C3-25F8569C414B}" dt="2019-12-02T11:15:36.956" v="6390" actId="5793"/>
        <pc:sldMkLst>
          <pc:docMk/>
          <pc:sldMk cId="2269054980" sldId="265"/>
        </pc:sldMkLst>
        <pc:spChg chg="mod">
          <ac:chgData name="Encarnacion Gago Amado" userId="b49862bd-6668-4e49-aa37-e41749eff9d5" providerId="ADAL" clId="{0B1065A9-5D23-46A8-83C3-25F8569C414B}" dt="2019-12-02T11:14:16.498" v="6253" actId="20577"/>
          <ac:spMkLst>
            <pc:docMk/>
            <pc:sldMk cId="2269054980" sldId="265"/>
            <ac:spMk id="3" creationId="{34A1C840-8749-4620-8D76-95F77D475268}"/>
          </ac:spMkLst>
        </pc:spChg>
        <pc:spChg chg="mod">
          <ac:chgData name="Encarnacion Gago Amado" userId="b49862bd-6668-4e49-aa37-e41749eff9d5" providerId="ADAL" clId="{0B1065A9-5D23-46A8-83C3-25F8569C414B}" dt="2019-12-02T11:13:42.946" v="6166" actId="20577"/>
          <ac:spMkLst>
            <pc:docMk/>
            <pc:sldMk cId="2269054980" sldId="265"/>
            <ac:spMk id="5" creationId="{AB95A10F-ABD6-43E3-BA22-4C4688B83560}"/>
          </ac:spMkLst>
        </pc:spChg>
      </pc:sldChg>
      <pc:sldChg chg="modSp add modNotesTx">
        <pc:chgData name="Encarnacion Gago Amado" userId="b49862bd-6668-4e49-aa37-e41749eff9d5" providerId="ADAL" clId="{0B1065A9-5D23-46A8-83C3-25F8569C414B}" dt="2019-12-02T11:17:45.730" v="6727" actId="20577"/>
        <pc:sldMkLst>
          <pc:docMk/>
          <pc:sldMk cId="2847060782" sldId="266"/>
        </pc:sldMkLst>
        <pc:spChg chg="mod">
          <ac:chgData name="Encarnacion Gago Amado" userId="b49862bd-6668-4e49-aa37-e41749eff9d5" providerId="ADAL" clId="{0B1065A9-5D23-46A8-83C3-25F8569C414B}" dt="2019-12-02T11:16:20.586" v="6502" actId="20577"/>
          <ac:spMkLst>
            <pc:docMk/>
            <pc:sldMk cId="2847060782" sldId="266"/>
            <ac:spMk id="3" creationId="{34A1C840-8749-4620-8D76-95F77D475268}"/>
          </ac:spMkLst>
        </pc:spChg>
        <pc:spChg chg="mod">
          <ac:chgData name="Encarnacion Gago Amado" userId="b49862bd-6668-4e49-aa37-e41749eff9d5" providerId="ADAL" clId="{0B1065A9-5D23-46A8-83C3-25F8569C414B}" dt="2019-12-02T11:15:59.092" v="6443" actId="20577"/>
          <ac:spMkLst>
            <pc:docMk/>
            <pc:sldMk cId="2847060782" sldId="266"/>
            <ac:spMk id="5" creationId="{AB95A10F-ABD6-43E3-BA22-4C4688B83560}"/>
          </ac:spMkLst>
        </pc:spChg>
      </pc:sldChg>
      <pc:sldChg chg="modSp add del ord modNotesTx">
        <pc:chgData name="Encarnacion Gago Amado" userId="b49862bd-6668-4e49-aa37-e41749eff9d5" providerId="ADAL" clId="{0B1065A9-5D23-46A8-83C3-25F8569C414B}" dt="2019-12-03T08:37:06.200" v="10859" actId="2696"/>
        <pc:sldMkLst>
          <pc:docMk/>
          <pc:sldMk cId="1400192956" sldId="267"/>
        </pc:sldMkLst>
        <pc:spChg chg="mod">
          <ac:chgData name="Encarnacion Gago Amado" userId="b49862bd-6668-4e49-aa37-e41749eff9d5" providerId="ADAL" clId="{0B1065A9-5D23-46A8-83C3-25F8569C414B}" dt="2019-12-02T11:20:03.455" v="7017" actId="403"/>
          <ac:spMkLst>
            <pc:docMk/>
            <pc:sldMk cId="1400192956" sldId="267"/>
            <ac:spMk id="3" creationId="{34A1C840-8749-4620-8D76-95F77D475268}"/>
          </ac:spMkLst>
        </pc:spChg>
        <pc:spChg chg="mod">
          <ac:chgData name="Encarnacion Gago Amado" userId="b49862bd-6668-4e49-aa37-e41749eff9d5" providerId="ADAL" clId="{0B1065A9-5D23-46A8-83C3-25F8569C414B}" dt="2019-12-02T11:18:15.082" v="6761" actId="20577"/>
          <ac:spMkLst>
            <pc:docMk/>
            <pc:sldMk cId="1400192956" sldId="267"/>
            <ac:spMk id="5" creationId="{AB95A10F-ABD6-43E3-BA22-4C4688B83560}"/>
          </ac:spMkLst>
        </pc:spChg>
      </pc:sldChg>
      <pc:sldChg chg="add del">
        <pc:chgData name="Encarnacion Gago Amado" userId="b49862bd-6668-4e49-aa37-e41749eff9d5" providerId="ADAL" clId="{0B1065A9-5D23-46A8-83C3-25F8569C414B}" dt="2019-12-03T08:04:49.155" v="10855" actId="2696"/>
        <pc:sldMkLst>
          <pc:docMk/>
          <pc:sldMk cId="3988355002" sldId="268"/>
        </pc:sldMkLst>
      </pc:sldChg>
      <pc:sldChg chg="modSp add del">
        <pc:chgData name="Encarnacion Gago Amado" userId="b49862bd-6668-4e49-aa37-e41749eff9d5" providerId="ADAL" clId="{0B1065A9-5D23-46A8-83C3-25F8569C414B}" dt="2019-12-03T08:37:05.335" v="10858" actId="2696"/>
        <pc:sldMkLst>
          <pc:docMk/>
          <pc:sldMk cId="2646610334" sldId="269"/>
        </pc:sldMkLst>
        <pc:spChg chg="mod">
          <ac:chgData name="Encarnacion Gago Amado" userId="b49862bd-6668-4e49-aa37-e41749eff9d5" providerId="ADAL" clId="{0B1065A9-5D23-46A8-83C3-25F8569C414B}" dt="2019-12-02T11:23:25.611" v="7362" actId="20577"/>
          <ac:spMkLst>
            <pc:docMk/>
            <pc:sldMk cId="2646610334" sldId="269"/>
            <ac:spMk id="3" creationId="{34A1C840-8749-4620-8D76-95F77D475268}"/>
          </ac:spMkLst>
        </pc:spChg>
        <pc:spChg chg="mod">
          <ac:chgData name="Encarnacion Gago Amado" userId="b49862bd-6668-4e49-aa37-e41749eff9d5" providerId="ADAL" clId="{0B1065A9-5D23-46A8-83C3-25F8569C414B}" dt="2019-12-02T11:21:35.019" v="7126" actId="20577"/>
          <ac:spMkLst>
            <pc:docMk/>
            <pc:sldMk cId="2646610334" sldId="269"/>
            <ac:spMk id="5" creationId="{AB95A10F-ABD6-43E3-BA22-4C4688B83560}"/>
          </ac:spMkLst>
        </pc:spChg>
      </pc:sldChg>
      <pc:sldChg chg="modSp add">
        <pc:chgData name="Encarnacion Gago Amado" userId="b49862bd-6668-4e49-aa37-e41749eff9d5" providerId="ADAL" clId="{0B1065A9-5D23-46A8-83C3-25F8569C414B}" dt="2019-12-02T11:26:04.563" v="7433" actId="5793"/>
        <pc:sldMkLst>
          <pc:docMk/>
          <pc:sldMk cId="1453215915" sldId="270"/>
        </pc:sldMkLst>
        <pc:spChg chg="mod">
          <ac:chgData name="Encarnacion Gago Amado" userId="b49862bd-6668-4e49-aa37-e41749eff9d5" providerId="ADAL" clId="{0B1065A9-5D23-46A8-83C3-25F8569C414B}" dt="2019-12-02T11:25:39.130" v="7389" actId="20577"/>
          <ac:spMkLst>
            <pc:docMk/>
            <pc:sldMk cId="1453215915" sldId="270"/>
            <ac:spMk id="2" creationId="{20A1A978-B490-4FB3-A278-040C761C8B1D}"/>
          </ac:spMkLst>
        </pc:spChg>
        <pc:spChg chg="mod">
          <ac:chgData name="Encarnacion Gago Amado" userId="b49862bd-6668-4e49-aa37-e41749eff9d5" providerId="ADAL" clId="{0B1065A9-5D23-46A8-83C3-25F8569C414B}" dt="2019-12-02T11:26:04.563" v="7433" actId="5793"/>
          <ac:spMkLst>
            <pc:docMk/>
            <pc:sldMk cId="1453215915" sldId="270"/>
            <ac:spMk id="3" creationId="{2B413BDE-8E86-47A4-861D-E1E42A3DA97F}"/>
          </ac:spMkLst>
        </pc:spChg>
      </pc:sldChg>
      <pc:sldChg chg="addSp delSp modSp add mod setBg">
        <pc:chgData name="Encarnacion Gago Amado" userId="b49862bd-6668-4e49-aa37-e41749eff9d5" providerId="ADAL" clId="{0B1065A9-5D23-46A8-83C3-25F8569C414B}" dt="2019-12-03T07:59:00.649" v="10844" actId="1036"/>
        <pc:sldMkLst>
          <pc:docMk/>
          <pc:sldMk cId="3752811070" sldId="271"/>
        </pc:sldMkLst>
        <pc:spChg chg="mod">
          <ac:chgData name="Encarnacion Gago Amado" userId="b49862bd-6668-4e49-aa37-e41749eff9d5" providerId="ADAL" clId="{0B1065A9-5D23-46A8-83C3-25F8569C414B}" dt="2019-12-03T07:58:36.094" v="10823" actId="1076"/>
          <ac:spMkLst>
            <pc:docMk/>
            <pc:sldMk cId="3752811070" sldId="271"/>
            <ac:spMk id="2" creationId="{20A1A978-B490-4FB3-A278-040C761C8B1D}"/>
          </ac:spMkLst>
        </pc:spChg>
        <pc:spChg chg="mod ord">
          <ac:chgData name="Encarnacion Gago Amado" userId="b49862bd-6668-4e49-aa37-e41749eff9d5" providerId="ADAL" clId="{0B1065A9-5D23-46A8-83C3-25F8569C414B}" dt="2019-12-03T07:59:00.649" v="10844" actId="1036"/>
          <ac:spMkLst>
            <pc:docMk/>
            <pc:sldMk cId="3752811070" sldId="271"/>
            <ac:spMk id="3" creationId="{2B413BDE-8E86-47A4-861D-E1E42A3DA97F}"/>
          </ac:spMkLst>
        </pc:spChg>
        <pc:spChg chg="add del">
          <ac:chgData name="Encarnacion Gago Amado" userId="b49862bd-6668-4e49-aa37-e41749eff9d5" providerId="ADAL" clId="{0B1065A9-5D23-46A8-83C3-25F8569C414B}" dt="2019-12-02T12:24:51.216" v="8602" actId="26606"/>
          <ac:spMkLst>
            <pc:docMk/>
            <pc:sldMk cId="3752811070" sldId="271"/>
            <ac:spMk id="71" creationId="{A0BF428C-DA8B-4D99-9930-18F7F91D873D}"/>
          </ac:spMkLst>
        </pc:spChg>
        <pc:spChg chg="add del">
          <ac:chgData name="Encarnacion Gago Amado" userId="b49862bd-6668-4e49-aa37-e41749eff9d5" providerId="ADAL" clId="{0B1065A9-5D23-46A8-83C3-25F8569C414B}" dt="2019-12-02T12:24:51.216" v="8602" actId="26606"/>
          <ac:spMkLst>
            <pc:docMk/>
            <pc:sldMk cId="3752811070" sldId="271"/>
            <ac:spMk id="73" creationId="{A03E2379-8871-408A-95CE-7AAE8FA53AE5}"/>
          </ac:spMkLst>
        </pc:spChg>
        <pc:spChg chg="add del">
          <ac:chgData name="Encarnacion Gago Amado" userId="b49862bd-6668-4e49-aa37-e41749eff9d5" providerId="ADAL" clId="{0B1065A9-5D23-46A8-83C3-25F8569C414B}" dt="2019-12-02T16:13:21.519" v="10812" actId="26606"/>
          <ac:spMkLst>
            <pc:docMk/>
            <pc:sldMk cId="3752811070" sldId="271"/>
            <ac:spMk id="1028" creationId="{E02F3C71-C981-4614-98EA-D6C494F8091E}"/>
          </ac:spMkLst>
        </pc:spChg>
        <pc:picChg chg="add mod">
          <ac:chgData name="Encarnacion Gago Amado" userId="b49862bd-6668-4e49-aa37-e41749eff9d5" providerId="ADAL" clId="{0B1065A9-5D23-46A8-83C3-25F8569C414B}" dt="2019-12-03T07:58:42.291" v="10825" actId="1076"/>
          <ac:picMkLst>
            <pc:docMk/>
            <pc:sldMk cId="3752811070" sldId="271"/>
            <ac:picMk id="4" creationId="{67A19D7B-8072-493C-BED0-2333E1E4D832}"/>
          </ac:picMkLst>
        </pc:picChg>
        <pc:picChg chg="add mod ord">
          <ac:chgData name="Encarnacion Gago Amado" userId="b49862bd-6668-4e49-aa37-e41749eff9d5" providerId="ADAL" clId="{0B1065A9-5D23-46A8-83C3-25F8569C414B}" dt="2019-12-03T07:58:40.085" v="10824" actId="1076"/>
          <ac:picMkLst>
            <pc:docMk/>
            <pc:sldMk cId="3752811070" sldId="271"/>
            <ac:picMk id="1026" creationId="{140659C9-A05F-4640-9568-BF7B254DCCFF}"/>
          </ac:picMkLst>
        </pc:picChg>
      </pc:sldChg>
      <pc:sldChg chg="addSp delSp modSp add mod setBg setClrOvrMap modNotesTx">
        <pc:chgData name="Encarnacion Gago Amado" userId="b49862bd-6668-4e49-aa37-e41749eff9d5" providerId="ADAL" clId="{0B1065A9-5D23-46A8-83C3-25F8569C414B}" dt="2019-12-02T14:42:31.176" v="9841" actId="14100"/>
        <pc:sldMkLst>
          <pc:docMk/>
          <pc:sldMk cId="4050434128" sldId="272"/>
        </pc:sldMkLst>
        <pc:spChg chg="mod">
          <ac:chgData name="Encarnacion Gago Amado" userId="b49862bd-6668-4e49-aa37-e41749eff9d5" providerId="ADAL" clId="{0B1065A9-5D23-46A8-83C3-25F8569C414B}" dt="2019-12-02T14:40:52.859" v="9785" actId="1076"/>
          <ac:spMkLst>
            <pc:docMk/>
            <pc:sldMk cId="4050434128" sldId="272"/>
            <ac:spMk id="2" creationId="{36E24D11-8405-4ABD-9F3D-EF6BD586930D}"/>
          </ac:spMkLst>
        </pc:spChg>
        <pc:spChg chg="del mod">
          <ac:chgData name="Encarnacion Gago Amado" userId="b49862bd-6668-4e49-aa37-e41749eff9d5" providerId="ADAL" clId="{0B1065A9-5D23-46A8-83C3-25F8569C414B}" dt="2019-12-02T11:48:28.973" v="8585" actId="478"/>
          <ac:spMkLst>
            <pc:docMk/>
            <pc:sldMk cId="4050434128" sldId="272"/>
            <ac:spMk id="3" creationId="{E65F4EA3-9326-4649-93E5-022D74E0A1BF}"/>
          </ac:spMkLst>
        </pc:spChg>
        <pc:spChg chg="add del mod">
          <ac:chgData name="Encarnacion Gago Amado" userId="b49862bd-6668-4e49-aa37-e41749eff9d5" providerId="ADAL" clId="{0B1065A9-5D23-46A8-83C3-25F8569C414B}" dt="2019-12-02T12:50:51.027" v="9501" actId="478"/>
          <ac:spMkLst>
            <pc:docMk/>
            <pc:sldMk cId="4050434128" sldId="272"/>
            <ac:spMk id="5" creationId="{D81D8C36-6479-4829-B2C9-F0B6A197B5DA}"/>
          </ac:spMkLst>
        </pc:spChg>
        <pc:spChg chg="add del mod">
          <ac:chgData name="Encarnacion Gago Amado" userId="b49862bd-6668-4e49-aa37-e41749eff9d5" providerId="ADAL" clId="{0B1065A9-5D23-46A8-83C3-25F8569C414B}" dt="2019-12-02T12:29:32.215" v="8932"/>
          <ac:spMkLst>
            <pc:docMk/>
            <pc:sldMk cId="4050434128" sldId="272"/>
            <ac:spMk id="6" creationId="{E18DA13E-7CA9-47D8-AD15-0E15155FA809}"/>
          </ac:spMkLst>
        </pc:spChg>
        <pc:spChg chg="add del mod">
          <ac:chgData name="Encarnacion Gago Amado" userId="b49862bd-6668-4e49-aa37-e41749eff9d5" providerId="ADAL" clId="{0B1065A9-5D23-46A8-83C3-25F8569C414B}" dt="2019-12-02T12:31:16.318" v="9044" actId="478"/>
          <ac:spMkLst>
            <pc:docMk/>
            <pc:sldMk cId="4050434128" sldId="272"/>
            <ac:spMk id="7" creationId="{AC9F36C4-78DE-4E6C-AE12-A759E2A26B3E}"/>
          </ac:spMkLst>
        </pc:spChg>
        <pc:spChg chg="add del mod">
          <ac:chgData name="Encarnacion Gago Amado" userId="b49862bd-6668-4e49-aa37-e41749eff9d5" providerId="ADAL" clId="{0B1065A9-5D23-46A8-83C3-25F8569C414B}" dt="2019-12-02T12:50:52.997" v="9502" actId="478"/>
          <ac:spMkLst>
            <pc:docMk/>
            <pc:sldMk cId="4050434128" sldId="272"/>
            <ac:spMk id="12" creationId="{0F971030-B3F2-4404-9043-5297440BC3C8}"/>
          </ac:spMkLst>
        </pc:spChg>
        <pc:spChg chg="add del">
          <ac:chgData name="Encarnacion Gago Amado" userId="b49862bd-6668-4e49-aa37-e41749eff9d5" providerId="ADAL" clId="{0B1065A9-5D23-46A8-83C3-25F8569C414B}" dt="2019-12-02T12:53:19.278" v="9519" actId="26606"/>
          <ac:spMkLst>
            <pc:docMk/>
            <pc:sldMk cId="4050434128" sldId="272"/>
            <ac:spMk id="14" creationId="{247AB924-1B87-43FC-B7C7-B112D5C51A0E}"/>
          </ac:spMkLst>
        </pc:spChg>
        <pc:spChg chg="add del">
          <ac:chgData name="Encarnacion Gago Amado" userId="b49862bd-6668-4e49-aa37-e41749eff9d5" providerId="ADAL" clId="{0B1065A9-5D23-46A8-83C3-25F8569C414B}" dt="2019-12-02T12:50:36.075" v="9496" actId="26606"/>
          <ac:spMkLst>
            <pc:docMk/>
            <pc:sldMk cId="4050434128" sldId="272"/>
            <ac:spMk id="15" creationId="{003713C1-2FB2-413B-BF91-3AE41726FB7A}"/>
          </ac:spMkLst>
        </pc:spChg>
        <pc:spChg chg="add del">
          <ac:chgData name="Encarnacion Gago Amado" userId="b49862bd-6668-4e49-aa37-e41749eff9d5" providerId="ADAL" clId="{0B1065A9-5D23-46A8-83C3-25F8569C414B}" dt="2019-12-02T12:50:36.075" v="9496" actId="26606"/>
          <ac:spMkLst>
            <pc:docMk/>
            <pc:sldMk cId="4050434128" sldId="272"/>
            <ac:spMk id="17" creationId="{90795B4D-5022-4A7F-A01D-8D880B7CDBE6}"/>
          </ac:spMkLst>
        </pc:spChg>
        <pc:spChg chg="add del">
          <ac:chgData name="Encarnacion Gago Amado" userId="b49862bd-6668-4e49-aa37-e41749eff9d5" providerId="ADAL" clId="{0B1065A9-5D23-46A8-83C3-25F8569C414B}" dt="2019-12-02T12:50:36.075" v="9496" actId="26606"/>
          <ac:spMkLst>
            <pc:docMk/>
            <pc:sldMk cId="4050434128" sldId="272"/>
            <ac:spMk id="19" creationId="{AFD19018-DE7C-4796-ADF2-AD2EB0FC0D9C}"/>
          </ac:spMkLst>
        </pc:spChg>
        <pc:spChg chg="add del">
          <ac:chgData name="Encarnacion Gago Amado" userId="b49862bd-6668-4e49-aa37-e41749eff9d5" providerId="ADAL" clId="{0B1065A9-5D23-46A8-83C3-25F8569C414B}" dt="2019-12-02T12:50:36.075" v="9496" actId="26606"/>
          <ac:spMkLst>
            <pc:docMk/>
            <pc:sldMk cId="4050434128" sldId="272"/>
            <ac:spMk id="21" creationId="{B1A0A2C2-4F85-44AF-8708-8DCA4B550CB8}"/>
          </ac:spMkLst>
        </pc:spChg>
        <pc:spChg chg="add del mod">
          <ac:chgData name="Encarnacion Gago Amado" userId="b49862bd-6668-4e49-aa37-e41749eff9d5" providerId="ADAL" clId="{0B1065A9-5D23-46A8-83C3-25F8569C414B}" dt="2019-12-02T14:40:12.282" v="9774" actId="478"/>
          <ac:spMkLst>
            <pc:docMk/>
            <pc:sldMk cId="4050434128" sldId="272"/>
            <ac:spMk id="22" creationId="{F1512208-042C-40FA-8FC1-35E81A8E590F}"/>
          </ac:spMkLst>
        </pc:spChg>
        <pc:spChg chg="add del">
          <ac:chgData name="Encarnacion Gago Amado" userId="b49862bd-6668-4e49-aa37-e41749eff9d5" providerId="ADAL" clId="{0B1065A9-5D23-46A8-83C3-25F8569C414B}" dt="2019-12-02T12:50:47.444" v="9500" actId="26606"/>
          <ac:spMkLst>
            <pc:docMk/>
            <pc:sldMk cId="4050434128" sldId="272"/>
            <ac:spMk id="23" creationId="{C991AD47-9C99-472F-BDAA-21B183F33947}"/>
          </ac:spMkLst>
        </pc:spChg>
        <pc:spChg chg="add del">
          <ac:chgData name="Encarnacion Gago Amado" userId="b49862bd-6668-4e49-aa37-e41749eff9d5" providerId="ADAL" clId="{0B1065A9-5D23-46A8-83C3-25F8569C414B}" dt="2019-12-02T12:50:47.444" v="9500" actId="26606"/>
          <ac:spMkLst>
            <pc:docMk/>
            <pc:sldMk cId="4050434128" sldId="272"/>
            <ac:spMk id="24" creationId="{9E706731-3860-4E73-9335-A870F6741F0B}"/>
          </ac:spMkLst>
        </pc:spChg>
        <pc:spChg chg="add del">
          <ac:chgData name="Encarnacion Gago Amado" userId="b49862bd-6668-4e49-aa37-e41749eff9d5" providerId="ADAL" clId="{0B1065A9-5D23-46A8-83C3-25F8569C414B}" dt="2019-12-02T12:50:47.444" v="9500" actId="26606"/>
          <ac:spMkLst>
            <pc:docMk/>
            <pc:sldMk cId="4050434128" sldId="272"/>
            <ac:spMk id="25" creationId="{CD2ED21F-DC95-4AD1-8327-D561F5FCA3A6}"/>
          </ac:spMkLst>
        </pc:spChg>
        <pc:spChg chg="add del mod">
          <ac:chgData name="Encarnacion Gago Amado" userId="b49862bd-6668-4e49-aa37-e41749eff9d5" providerId="ADAL" clId="{0B1065A9-5D23-46A8-83C3-25F8569C414B}" dt="2019-12-02T14:40:13.873" v="9775" actId="478"/>
          <ac:spMkLst>
            <pc:docMk/>
            <pc:sldMk cId="4050434128" sldId="272"/>
            <ac:spMk id="26" creationId="{5DC70562-1048-4F60-BE81-18DACB8BF3F1}"/>
          </ac:spMkLst>
        </pc:spChg>
        <pc:spChg chg="add del mod">
          <ac:chgData name="Encarnacion Gago Amado" userId="b49862bd-6668-4e49-aa37-e41749eff9d5" providerId="ADAL" clId="{0B1065A9-5D23-46A8-83C3-25F8569C414B}" dt="2019-12-02T14:40:15.194" v="9776" actId="478"/>
          <ac:spMkLst>
            <pc:docMk/>
            <pc:sldMk cId="4050434128" sldId="272"/>
            <ac:spMk id="27" creationId="{8CA0754A-CA27-42A9-96F2-7E1D5EC4E424}"/>
          </ac:spMkLst>
        </pc:spChg>
        <pc:spChg chg="add">
          <ac:chgData name="Encarnacion Gago Amado" userId="b49862bd-6668-4e49-aa37-e41749eff9d5" providerId="ADAL" clId="{0B1065A9-5D23-46A8-83C3-25F8569C414B}" dt="2019-12-02T14:41:43.727" v="9827"/>
          <ac:spMkLst>
            <pc:docMk/>
            <pc:sldMk cId="4050434128" sldId="272"/>
            <ac:spMk id="28" creationId="{B9C14446-F95F-4910-82EF-768027C61D6F}"/>
          </ac:spMkLst>
        </pc:spChg>
        <pc:picChg chg="add mod ord modCrop">
          <ac:chgData name="Encarnacion Gago Amado" userId="b49862bd-6668-4e49-aa37-e41749eff9d5" providerId="ADAL" clId="{0B1065A9-5D23-46A8-83C3-25F8569C414B}" dt="2019-12-02T14:42:15.903" v="9837" actId="1076"/>
          <ac:picMkLst>
            <pc:docMk/>
            <pc:sldMk cId="4050434128" sldId="272"/>
            <ac:picMk id="8" creationId="{BFDA6561-73C0-4FE4-8A69-124A36BF5417}"/>
          </ac:picMkLst>
        </pc:picChg>
        <pc:picChg chg="add mod ord modCrop">
          <ac:chgData name="Encarnacion Gago Amado" userId="b49862bd-6668-4e49-aa37-e41749eff9d5" providerId="ADAL" clId="{0B1065A9-5D23-46A8-83C3-25F8569C414B}" dt="2019-12-02T14:42:23.469" v="9839" actId="1076"/>
          <ac:picMkLst>
            <pc:docMk/>
            <pc:sldMk cId="4050434128" sldId="272"/>
            <ac:picMk id="9" creationId="{7CA94C1E-C952-42B8-AAB4-E5E995D58B00}"/>
          </ac:picMkLst>
        </pc:picChg>
        <pc:picChg chg="add mod modCrop">
          <ac:chgData name="Encarnacion Gago Amado" userId="b49862bd-6668-4e49-aa37-e41749eff9d5" providerId="ADAL" clId="{0B1065A9-5D23-46A8-83C3-25F8569C414B}" dt="2019-12-02T14:42:31.176" v="9841" actId="14100"/>
          <ac:picMkLst>
            <pc:docMk/>
            <pc:sldMk cId="4050434128" sldId="272"/>
            <ac:picMk id="10" creationId="{94152C38-C128-4798-BDD9-0E00C1B20943}"/>
          </ac:picMkLst>
        </pc:picChg>
        <pc:cxnChg chg="add del">
          <ac:chgData name="Encarnacion Gago Amado" userId="b49862bd-6668-4e49-aa37-e41749eff9d5" providerId="ADAL" clId="{0B1065A9-5D23-46A8-83C3-25F8569C414B}" dt="2019-12-02T12:53:19.278" v="9519" actId="26606"/>
          <ac:cxnSpMkLst>
            <pc:docMk/>
            <pc:sldMk cId="4050434128" sldId="272"/>
            <ac:cxnSpMk id="13" creationId="{99AE2756-0FC4-4155-83E7-58AAAB63E757}"/>
          </ac:cxnSpMkLst>
        </pc:cxnChg>
        <pc:cxnChg chg="add del">
          <ac:chgData name="Encarnacion Gago Amado" userId="b49862bd-6668-4e49-aa37-e41749eff9d5" providerId="ADAL" clId="{0B1065A9-5D23-46A8-83C3-25F8569C414B}" dt="2019-12-02T12:53:19.278" v="9519" actId="26606"/>
          <ac:cxnSpMkLst>
            <pc:docMk/>
            <pc:sldMk cId="4050434128" sldId="272"/>
            <ac:cxnSpMk id="16" creationId="{818DC98F-4057-4645-B948-F604F39A9CFE}"/>
          </ac:cxnSpMkLst>
        </pc:cxnChg>
        <pc:cxnChg chg="add del">
          <ac:chgData name="Encarnacion Gago Amado" userId="b49862bd-6668-4e49-aa37-e41749eff9d5" providerId="ADAL" clId="{0B1065A9-5D23-46A8-83C3-25F8569C414B}" dt="2019-12-02T12:53:19.278" v="9519" actId="26606"/>
          <ac:cxnSpMkLst>
            <pc:docMk/>
            <pc:sldMk cId="4050434128" sldId="272"/>
            <ac:cxnSpMk id="18" creationId="{DAD2B705-4A9B-408D-AA80-4F41045E09DE}"/>
          </ac:cxnSpMkLst>
        </pc:cxnChg>
        <pc:cxnChg chg="add">
          <ac:chgData name="Encarnacion Gago Amado" userId="b49862bd-6668-4e49-aa37-e41749eff9d5" providerId="ADAL" clId="{0B1065A9-5D23-46A8-83C3-25F8569C414B}" dt="2019-12-02T12:53:19.292" v="9520" actId="26606"/>
          <ac:cxnSpMkLst>
            <pc:docMk/>
            <pc:sldMk cId="4050434128" sldId="272"/>
            <ac:cxnSpMk id="20" creationId="{8F880EF2-DF79-4D9D-8F11-E91D48C79741}"/>
          </ac:cxnSpMkLst>
        </pc:cxnChg>
      </pc:sldChg>
      <pc:sldChg chg="modSp add del">
        <pc:chgData name="Encarnacion Gago Amado" userId="b49862bd-6668-4e49-aa37-e41749eff9d5" providerId="ADAL" clId="{0B1065A9-5D23-46A8-83C3-25F8569C414B}" dt="2019-12-02T14:41:02.372" v="9786" actId="2696"/>
        <pc:sldMkLst>
          <pc:docMk/>
          <pc:sldMk cId="2566949396" sldId="273"/>
        </pc:sldMkLst>
        <pc:spChg chg="mod">
          <ac:chgData name="Encarnacion Gago Amado" userId="b49862bd-6668-4e49-aa37-e41749eff9d5" providerId="ADAL" clId="{0B1065A9-5D23-46A8-83C3-25F8569C414B}" dt="2019-12-02T12:34:17.207" v="9173" actId="20577"/>
          <ac:spMkLst>
            <pc:docMk/>
            <pc:sldMk cId="2566949396" sldId="273"/>
            <ac:spMk id="2" creationId="{36E24D11-8405-4ABD-9F3D-EF6BD586930D}"/>
          </ac:spMkLst>
        </pc:spChg>
        <pc:spChg chg="mod">
          <ac:chgData name="Encarnacion Gago Amado" userId="b49862bd-6668-4e49-aa37-e41749eff9d5" providerId="ADAL" clId="{0B1065A9-5D23-46A8-83C3-25F8569C414B}" dt="2019-12-02T12:33:19.911" v="9156" actId="20577"/>
          <ac:spMkLst>
            <pc:docMk/>
            <pc:sldMk cId="2566949396" sldId="273"/>
            <ac:spMk id="5" creationId="{D81D8C36-6479-4829-B2C9-F0B6A197B5DA}"/>
          </ac:spMkLst>
        </pc:spChg>
      </pc:sldChg>
      <pc:sldChg chg="modSp add del">
        <pc:chgData name="Encarnacion Gago Amado" userId="b49862bd-6668-4e49-aa37-e41749eff9d5" providerId="ADAL" clId="{0B1065A9-5D23-46A8-83C3-25F8569C414B}" dt="2019-12-02T13:45:58.192" v="9733" actId="2696"/>
        <pc:sldMkLst>
          <pc:docMk/>
          <pc:sldMk cId="1186330765" sldId="274"/>
        </pc:sldMkLst>
        <pc:spChg chg="mod">
          <ac:chgData name="Encarnacion Gago Amado" userId="b49862bd-6668-4e49-aa37-e41749eff9d5" providerId="ADAL" clId="{0B1065A9-5D23-46A8-83C3-25F8569C414B}" dt="2019-12-02T12:38:49.248" v="9480" actId="20577"/>
          <ac:spMkLst>
            <pc:docMk/>
            <pc:sldMk cId="1186330765" sldId="274"/>
            <ac:spMk id="5" creationId="{D81D8C36-6479-4829-B2C9-F0B6A197B5DA}"/>
          </ac:spMkLst>
        </pc:spChg>
      </pc:sldChg>
      <pc:sldChg chg="addSp delSp modSp add del">
        <pc:chgData name="Encarnacion Gago Amado" userId="b49862bd-6668-4e49-aa37-e41749eff9d5" providerId="ADAL" clId="{0B1065A9-5D23-46A8-83C3-25F8569C414B}" dt="2019-12-02T14:39:57.914" v="9773" actId="2696"/>
        <pc:sldMkLst>
          <pc:docMk/>
          <pc:sldMk cId="3957342584" sldId="275"/>
        </pc:sldMkLst>
        <pc:spChg chg="mod">
          <ac:chgData name="Encarnacion Gago Amado" userId="b49862bd-6668-4e49-aa37-e41749eff9d5" providerId="ADAL" clId="{0B1065A9-5D23-46A8-83C3-25F8569C414B}" dt="2019-12-02T13:44:04.990" v="9709" actId="1076"/>
          <ac:spMkLst>
            <pc:docMk/>
            <pc:sldMk cId="3957342584" sldId="275"/>
            <ac:spMk id="2" creationId="{36E24D11-8405-4ABD-9F3D-EF6BD586930D}"/>
          </ac:spMkLst>
        </pc:spChg>
        <pc:picChg chg="add mod">
          <ac:chgData name="Encarnacion Gago Amado" userId="b49862bd-6668-4e49-aa37-e41749eff9d5" providerId="ADAL" clId="{0B1065A9-5D23-46A8-83C3-25F8569C414B}" dt="2019-12-02T13:35:51.618" v="9645" actId="1076"/>
          <ac:picMkLst>
            <pc:docMk/>
            <pc:sldMk cId="3957342584" sldId="275"/>
            <ac:picMk id="3" creationId="{0439D798-9773-4F29-8FCD-4087FAA236F3}"/>
          </ac:picMkLst>
        </pc:picChg>
        <pc:picChg chg="add mod">
          <ac:chgData name="Encarnacion Gago Amado" userId="b49862bd-6668-4e49-aa37-e41749eff9d5" providerId="ADAL" clId="{0B1065A9-5D23-46A8-83C3-25F8569C414B}" dt="2019-12-02T13:35:45.245" v="9644" actId="1076"/>
          <ac:picMkLst>
            <pc:docMk/>
            <pc:sldMk cId="3957342584" sldId="275"/>
            <ac:picMk id="4" creationId="{099931D8-6E89-4B33-BB8B-C70EA7EEFCB0}"/>
          </ac:picMkLst>
        </pc:picChg>
        <pc:picChg chg="del">
          <ac:chgData name="Encarnacion Gago Amado" userId="b49862bd-6668-4e49-aa37-e41749eff9d5" providerId="ADAL" clId="{0B1065A9-5D23-46A8-83C3-25F8569C414B}" dt="2019-12-02T13:34:17.635" v="9636" actId="478"/>
          <ac:picMkLst>
            <pc:docMk/>
            <pc:sldMk cId="3957342584" sldId="275"/>
            <ac:picMk id="9" creationId="{7CA94C1E-C952-42B8-AAB4-E5E995D58B00}"/>
          </ac:picMkLst>
        </pc:picChg>
        <pc:picChg chg="del">
          <ac:chgData name="Encarnacion Gago Amado" userId="b49862bd-6668-4e49-aa37-e41749eff9d5" providerId="ADAL" clId="{0B1065A9-5D23-46A8-83C3-25F8569C414B}" dt="2019-12-02T13:35:01.451" v="9640" actId="478"/>
          <ac:picMkLst>
            <pc:docMk/>
            <pc:sldMk cId="3957342584" sldId="275"/>
            <ac:picMk id="10" creationId="{94152C38-C128-4798-BDD9-0E00C1B20943}"/>
          </ac:picMkLst>
        </pc:picChg>
      </pc:sldChg>
      <pc:sldChg chg="addSp delSp modSp add">
        <pc:chgData name="Encarnacion Gago Amado" userId="b49862bd-6668-4e49-aa37-e41749eff9d5" providerId="ADAL" clId="{0B1065A9-5D23-46A8-83C3-25F8569C414B}" dt="2019-12-03T07:59:40.230" v="10846" actId="26606"/>
        <pc:sldMkLst>
          <pc:docMk/>
          <pc:sldMk cId="3793729305" sldId="276"/>
        </pc:sldMkLst>
        <pc:spChg chg="mod">
          <ac:chgData name="Encarnacion Gago Amado" userId="b49862bd-6668-4e49-aa37-e41749eff9d5" providerId="ADAL" clId="{0B1065A9-5D23-46A8-83C3-25F8569C414B}" dt="2019-12-03T07:59:40.230" v="10846" actId="26606"/>
          <ac:spMkLst>
            <pc:docMk/>
            <pc:sldMk cId="3793729305" sldId="276"/>
            <ac:spMk id="2" creationId="{36E24D11-8405-4ABD-9F3D-EF6BD586930D}"/>
          </ac:spMkLst>
        </pc:spChg>
        <pc:spChg chg="add mod ord">
          <ac:chgData name="Encarnacion Gago Amado" userId="b49862bd-6668-4e49-aa37-e41749eff9d5" providerId="ADAL" clId="{0B1065A9-5D23-46A8-83C3-25F8569C414B}" dt="2019-12-03T07:59:40.230" v="10846" actId="26606"/>
          <ac:spMkLst>
            <pc:docMk/>
            <pc:sldMk cId="3793729305" sldId="276"/>
            <ac:spMk id="10" creationId="{F1AC7203-E63E-47EE-B601-0EE5EC5A07DB}"/>
          </ac:spMkLst>
        </pc:spChg>
        <pc:spChg chg="add del mod">
          <ac:chgData name="Encarnacion Gago Amado" userId="b49862bd-6668-4e49-aa37-e41749eff9d5" providerId="ADAL" clId="{0B1065A9-5D23-46A8-83C3-25F8569C414B}" dt="2019-12-02T13:41:27.387" v="9683" actId="478"/>
          <ac:spMkLst>
            <pc:docMk/>
            <pc:sldMk cId="3793729305" sldId="276"/>
            <ac:spMk id="22" creationId="{F1512208-042C-40FA-8FC1-35E81A8E590F}"/>
          </ac:spMkLst>
        </pc:spChg>
        <pc:spChg chg="add del mod">
          <ac:chgData name="Encarnacion Gago Amado" userId="b49862bd-6668-4e49-aa37-e41749eff9d5" providerId="ADAL" clId="{0B1065A9-5D23-46A8-83C3-25F8569C414B}" dt="2019-12-02T13:41:21.778" v="9680" actId="478"/>
          <ac:spMkLst>
            <pc:docMk/>
            <pc:sldMk cId="3793729305" sldId="276"/>
            <ac:spMk id="26" creationId="{5DC70562-1048-4F60-BE81-18DACB8BF3F1}"/>
          </ac:spMkLst>
        </pc:spChg>
        <pc:spChg chg="del mod">
          <ac:chgData name="Encarnacion Gago Amado" userId="b49862bd-6668-4e49-aa37-e41749eff9d5" providerId="ADAL" clId="{0B1065A9-5D23-46A8-83C3-25F8569C414B}" dt="2019-12-02T13:41:29.253" v="9684" actId="478"/>
          <ac:spMkLst>
            <pc:docMk/>
            <pc:sldMk cId="3793729305" sldId="276"/>
            <ac:spMk id="27" creationId="{8CA0754A-CA27-42A9-96F2-7E1D5EC4E424}"/>
          </ac:spMkLst>
        </pc:spChg>
        <pc:spChg chg="add del">
          <ac:chgData name="Encarnacion Gago Amado" userId="b49862bd-6668-4e49-aa37-e41749eff9d5" providerId="ADAL" clId="{0B1065A9-5D23-46A8-83C3-25F8569C414B}" dt="2019-12-03T07:59:40.230" v="10846" actId="26606"/>
          <ac:spMkLst>
            <pc:docMk/>
            <pc:sldMk cId="3793729305" sldId="276"/>
            <ac:spMk id="29" creationId="{05ED195C-357A-4576-A77E-8FE2D87F74D2}"/>
          </ac:spMkLst>
        </pc:spChg>
        <pc:spChg chg="add del">
          <ac:chgData name="Encarnacion Gago Amado" userId="b49862bd-6668-4e49-aa37-e41749eff9d5" providerId="ADAL" clId="{0B1065A9-5D23-46A8-83C3-25F8569C414B}" dt="2019-12-03T07:59:40.230" v="10846" actId="26606"/>
          <ac:spMkLst>
            <pc:docMk/>
            <pc:sldMk cId="3793729305" sldId="276"/>
            <ac:spMk id="31" creationId="{D52963C7-62FD-4B55-A688-FA0FE912EA45}"/>
          </ac:spMkLst>
        </pc:spChg>
        <pc:spChg chg="add del">
          <ac:chgData name="Encarnacion Gago Amado" userId="b49862bd-6668-4e49-aa37-e41749eff9d5" providerId="ADAL" clId="{0B1065A9-5D23-46A8-83C3-25F8569C414B}" dt="2019-12-02T13:41:18.855" v="9679" actId="26606"/>
          <ac:spMkLst>
            <pc:docMk/>
            <pc:sldMk cId="3793729305" sldId="276"/>
            <ac:spMk id="32" creationId="{A866B342-9C6F-4F7B-AD6F-96957397AA10}"/>
          </ac:spMkLst>
        </pc:spChg>
        <pc:spChg chg="add del">
          <ac:chgData name="Encarnacion Gago Amado" userId="b49862bd-6668-4e49-aa37-e41749eff9d5" providerId="ADAL" clId="{0B1065A9-5D23-46A8-83C3-25F8569C414B}" dt="2019-12-02T13:41:18.855" v="9679" actId="26606"/>
          <ac:spMkLst>
            <pc:docMk/>
            <pc:sldMk cId="3793729305" sldId="276"/>
            <ac:spMk id="34" creationId="{E4F3D17F-4687-4457-AFDA-2815B0B14F8C}"/>
          </ac:spMkLst>
        </pc:spChg>
        <pc:spChg chg="add del">
          <ac:chgData name="Encarnacion Gago Amado" userId="b49862bd-6668-4e49-aa37-e41749eff9d5" providerId="ADAL" clId="{0B1065A9-5D23-46A8-83C3-25F8569C414B}" dt="2019-12-02T13:41:18.855" v="9679" actId="26606"/>
          <ac:spMkLst>
            <pc:docMk/>
            <pc:sldMk cId="3793729305" sldId="276"/>
            <ac:spMk id="36" creationId="{603048E1-11E3-4B72-891C-E2B9C6B1C3ED}"/>
          </ac:spMkLst>
        </pc:spChg>
        <pc:spChg chg="add del">
          <ac:chgData name="Encarnacion Gago Amado" userId="b49862bd-6668-4e49-aa37-e41749eff9d5" providerId="ADAL" clId="{0B1065A9-5D23-46A8-83C3-25F8569C414B}" dt="2019-12-02T13:41:18.855" v="9679" actId="26606"/>
          <ac:spMkLst>
            <pc:docMk/>
            <pc:sldMk cId="3793729305" sldId="276"/>
            <ac:spMk id="38" creationId="{E5DF8866-4C9A-4F4F-9B2D-3BB9B4B7C30A}"/>
          </ac:spMkLst>
        </pc:spChg>
        <pc:spChg chg="add del">
          <ac:chgData name="Encarnacion Gago Amado" userId="b49862bd-6668-4e49-aa37-e41749eff9d5" providerId="ADAL" clId="{0B1065A9-5D23-46A8-83C3-25F8569C414B}" dt="2019-12-02T13:41:18.855" v="9679" actId="26606"/>
          <ac:spMkLst>
            <pc:docMk/>
            <pc:sldMk cId="3793729305" sldId="276"/>
            <ac:spMk id="40" creationId="{20B0D283-8B98-40F4-91C2-FBBE4533C5FC}"/>
          </ac:spMkLst>
        </pc:spChg>
        <pc:picChg chg="del">
          <ac:chgData name="Encarnacion Gago Amado" userId="b49862bd-6668-4e49-aa37-e41749eff9d5" providerId="ADAL" clId="{0B1065A9-5D23-46A8-83C3-25F8569C414B}" dt="2019-12-02T13:38:21.802" v="9655" actId="478"/>
          <ac:picMkLst>
            <pc:docMk/>
            <pc:sldMk cId="3793729305" sldId="276"/>
            <ac:picMk id="3" creationId="{0439D798-9773-4F29-8FCD-4087FAA236F3}"/>
          </ac:picMkLst>
        </pc:picChg>
        <pc:picChg chg="del mod ord">
          <ac:chgData name="Encarnacion Gago Amado" userId="b49862bd-6668-4e49-aa37-e41749eff9d5" providerId="ADAL" clId="{0B1065A9-5D23-46A8-83C3-25F8569C414B}" dt="2019-12-02T13:46:22.475" v="9738" actId="478"/>
          <ac:picMkLst>
            <pc:docMk/>
            <pc:sldMk cId="3793729305" sldId="276"/>
            <ac:picMk id="4" creationId="{099931D8-6E89-4B33-BB8B-C70EA7EEFCB0}"/>
          </ac:picMkLst>
        </pc:picChg>
        <pc:picChg chg="add del mod">
          <ac:chgData name="Encarnacion Gago Amado" userId="b49862bd-6668-4e49-aa37-e41749eff9d5" providerId="ADAL" clId="{0B1065A9-5D23-46A8-83C3-25F8569C414B}" dt="2019-12-02T13:39:10.898" v="9666" actId="478"/>
          <ac:picMkLst>
            <pc:docMk/>
            <pc:sldMk cId="3793729305" sldId="276"/>
            <ac:picMk id="5" creationId="{4AECF470-6A5F-49A7-AA62-144F3D3B1DB4}"/>
          </ac:picMkLst>
        </pc:picChg>
        <pc:picChg chg="add del mod ord">
          <ac:chgData name="Encarnacion Gago Amado" userId="b49862bd-6668-4e49-aa37-e41749eff9d5" providerId="ADAL" clId="{0B1065A9-5D23-46A8-83C3-25F8569C414B}" dt="2019-12-02T13:46:23.970" v="9740" actId="478"/>
          <ac:picMkLst>
            <pc:docMk/>
            <pc:sldMk cId="3793729305" sldId="276"/>
            <ac:picMk id="6" creationId="{636A80BF-B916-46D6-9620-0D7A2813B214}"/>
          </ac:picMkLst>
        </pc:picChg>
        <pc:picChg chg="add del mod ord">
          <ac:chgData name="Encarnacion Gago Amado" userId="b49862bd-6668-4e49-aa37-e41749eff9d5" providerId="ADAL" clId="{0B1065A9-5D23-46A8-83C3-25F8569C414B}" dt="2019-12-02T13:46:09.083" v="9734" actId="478"/>
          <ac:picMkLst>
            <pc:docMk/>
            <pc:sldMk cId="3793729305" sldId="276"/>
            <ac:picMk id="7" creationId="{C2412B2A-97F9-4BA7-BFA6-92F4FF02B96B}"/>
          </ac:picMkLst>
        </pc:picChg>
        <pc:picChg chg="add del mod">
          <ac:chgData name="Encarnacion Gago Amado" userId="b49862bd-6668-4e49-aa37-e41749eff9d5" providerId="ADAL" clId="{0B1065A9-5D23-46A8-83C3-25F8569C414B}" dt="2019-12-02T13:46:23.186" v="9739" actId="478"/>
          <ac:picMkLst>
            <pc:docMk/>
            <pc:sldMk cId="3793729305" sldId="276"/>
            <ac:picMk id="8" creationId="{BFDA6561-73C0-4FE4-8A69-124A36BF5417}"/>
          </ac:picMkLst>
        </pc:picChg>
        <pc:picChg chg="add del mod">
          <ac:chgData name="Encarnacion Gago Amado" userId="b49862bd-6668-4e49-aa37-e41749eff9d5" providerId="ADAL" clId="{0B1065A9-5D23-46A8-83C3-25F8569C414B}" dt="2019-12-02T13:46:24.962" v="9741" actId="478"/>
          <ac:picMkLst>
            <pc:docMk/>
            <pc:sldMk cId="3793729305" sldId="276"/>
            <ac:picMk id="9" creationId="{11A45C64-4087-4676-BD8D-B8D94947FE7A}"/>
          </ac:picMkLst>
        </pc:picChg>
        <pc:picChg chg="add mod">
          <ac:chgData name="Encarnacion Gago Amado" userId="b49862bd-6668-4e49-aa37-e41749eff9d5" providerId="ADAL" clId="{0B1065A9-5D23-46A8-83C3-25F8569C414B}" dt="2019-12-03T07:59:40.230" v="10846" actId="26606"/>
          <ac:picMkLst>
            <pc:docMk/>
            <pc:sldMk cId="3793729305" sldId="276"/>
            <ac:picMk id="21" creationId="{E7F16F15-2734-4328-A519-1847B8FFA061}"/>
          </ac:picMkLst>
        </pc:picChg>
        <pc:picChg chg="add mod ord">
          <ac:chgData name="Encarnacion Gago Amado" userId="b49862bd-6668-4e49-aa37-e41749eff9d5" providerId="ADAL" clId="{0B1065A9-5D23-46A8-83C3-25F8569C414B}" dt="2019-12-03T07:59:40.230" v="10846" actId="26606"/>
          <ac:picMkLst>
            <pc:docMk/>
            <pc:sldMk cId="3793729305" sldId="276"/>
            <ac:picMk id="23" creationId="{3F14F634-A4A6-40FD-B0E7-045058665EF1}"/>
          </ac:picMkLst>
        </pc:picChg>
        <pc:picChg chg="add mod">
          <ac:chgData name="Encarnacion Gago Amado" userId="b49862bd-6668-4e49-aa37-e41749eff9d5" providerId="ADAL" clId="{0B1065A9-5D23-46A8-83C3-25F8569C414B}" dt="2019-12-03T07:59:40.230" v="10846" actId="26606"/>
          <ac:picMkLst>
            <pc:docMk/>
            <pc:sldMk cId="3793729305" sldId="276"/>
            <ac:picMk id="24" creationId="{4E4705E2-AB3D-4B9B-8F99-A2FDC5870F08}"/>
          </ac:picMkLst>
        </pc:picChg>
        <pc:cxnChg chg="add del">
          <ac:chgData name="Encarnacion Gago Amado" userId="b49862bd-6668-4e49-aa37-e41749eff9d5" providerId="ADAL" clId="{0B1065A9-5D23-46A8-83C3-25F8569C414B}" dt="2019-12-03T07:59:40.230" v="10846" actId="26606"/>
          <ac:cxnSpMkLst>
            <pc:docMk/>
            <pc:sldMk cId="3793729305" sldId="276"/>
            <ac:cxnSpMk id="20" creationId="{8F880EF2-DF79-4D9D-8F11-E91D48C79741}"/>
          </ac:cxnSpMkLst>
        </pc:cxnChg>
        <pc:cxnChg chg="add del">
          <ac:chgData name="Encarnacion Gago Amado" userId="b49862bd-6668-4e49-aa37-e41749eff9d5" providerId="ADAL" clId="{0B1065A9-5D23-46A8-83C3-25F8569C414B}" dt="2019-12-02T13:41:18.855" v="9679" actId="26606"/>
          <ac:cxnSpMkLst>
            <pc:docMk/>
            <pc:sldMk cId="3793729305" sldId="276"/>
            <ac:cxnSpMk id="42" creationId="{40A533BE-854F-4135-A4C8-DF954B864640}"/>
          </ac:cxnSpMkLst>
        </pc:cxnChg>
      </pc:sldChg>
      <pc:sldChg chg="addSp delSp modSp add">
        <pc:chgData name="Encarnacion Gago Amado" userId="b49862bd-6668-4e49-aa37-e41749eff9d5" providerId="ADAL" clId="{0B1065A9-5D23-46A8-83C3-25F8569C414B}" dt="2019-12-02T13:45:52.365" v="9732" actId="1076"/>
        <pc:sldMkLst>
          <pc:docMk/>
          <pc:sldMk cId="767556462" sldId="277"/>
        </pc:sldMkLst>
        <pc:spChg chg="mod">
          <ac:chgData name="Encarnacion Gago Amado" userId="b49862bd-6668-4e49-aa37-e41749eff9d5" providerId="ADAL" clId="{0B1065A9-5D23-46A8-83C3-25F8569C414B}" dt="2019-12-02T13:45:52.365" v="9732" actId="1076"/>
          <ac:spMkLst>
            <pc:docMk/>
            <pc:sldMk cId="767556462" sldId="277"/>
            <ac:spMk id="2" creationId="{36E24D11-8405-4ABD-9F3D-EF6BD586930D}"/>
          </ac:spMkLst>
        </pc:spChg>
        <pc:spChg chg="add mod">
          <ac:chgData name="Encarnacion Gago Amado" userId="b49862bd-6668-4e49-aa37-e41749eff9d5" providerId="ADAL" clId="{0B1065A9-5D23-46A8-83C3-25F8569C414B}" dt="2019-12-02T13:45:47.894" v="9731" actId="1076"/>
          <ac:spMkLst>
            <pc:docMk/>
            <pc:sldMk cId="767556462" sldId="277"/>
            <ac:spMk id="3" creationId="{E3E6E60A-92F0-4778-A0AF-4FEFD1767123}"/>
          </ac:spMkLst>
        </pc:spChg>
        <pc:picChg chg="mod">
          <ac:chgData name="Encarnacion Gago Amado" userId="b49862bd-6668-4e49-aa37-e41749eff9d5" providerId="ADAL" clId="{0B1065A9-5D23-46A8-83C3-25F8569C414B}" dt="2019-12-02T13:45:20.730" v="9729" actId="1076"/>
          <ac:picMkLst>
            <pc:docMk/>
            <pc:sldMk cId="767556462" sldId="277"/>
            <ac:picMk id="4" creationId="{099931D8-6E89-4B33-BB8B-C70EA7EEFCB0}"/>
          </ac:picMkLst>
        </pc:picChg>
        <pc:picChg chg="del mod">
          <ac:chgData name="Encarnacion Gago Amado" userId="b49862bd-6668-4e49-aa37-e41749eff9d5" providerId="ADAL" clId="{0B1065A9-5D23-46A8-83C3-25F8569C414B}" dt="2019-12-02T13:45:16.946" v="9726" actId="478"/>
          <ac:picMkLst>
            <pc:docMk/>
            <pc:sldMk cId="767556462" sldId="277"/>
            <ac:picMk id="7" creationId="{C2412B2A-97F9-4BA7-BFA6-92F4FF02B96B}"/>
          </ac:picMkLst>
        </pc:picChg>
      </pc:sldChg>
      <pc:sldChg chg="addSp delSp modSp add del ord modNotesTx">
        <pc:chgData name="Encarnacion Gago Amado" userId="b49862bd-6668-4e49-aa37-e41749eff9d5" providerId="ADAL" clId="{0B1065A9-5D23-46A8-83C3-25F8569C414B}" dt="2019-12-03T08:48:45.830" v="10861" actId="2696"/>
        <pc:sldMkLst>
          <pc:docMk/>
          <pc:sldMk cId="2865580913" sldId="278"/>
        </pc:sldMkLst>
        <pc:spChg chg="mod">
          <ac:chgData name="Encarnacion Gago Amado" userId="b49862bd-6668-4e49-aa37-e41749eff9d5" providerId="ADAL" clId="{0B1065A9-5D23-46A8-83C3-25F8569C414B}" dt="2019-12-02T14:43:57.826" v="9868" actId="20577"/>
          <ac:spMkLst>
            <pc:docMk/>
            <pc:sldMk cId="2865580913" sldId="278"/>
            <ac:spMk id="2" creationId="{20A1A978-B490-4FB3-A278-040C761C8B1D}"/>
          </ac:spMkLst>
        </pc:spChg>
        <pc:spChg chg="del mod">
          <ac:chgData name="Encarnacion Gago Amado" userId="b49862bd-6668-4e49-aa37-e41749eff9d5" providerId="ADAL" clId="{0B1065A9-5D23-46A8-83C3-25F8569C414B}" dt="2019-12-02T16:08:55.663" v="10801" actId="478"/>
          <ac:spMkLst>
            <pc:docMk/>
            <pc:sldMk cId="2865580913" sldId="278"/>
            <ac:spMk id="3" creationId="{2B413BDE-8E86-47A4-861D-E1E42A3DA97F}"/>
          </ac:spMkLst>
        </pc:spChg>
        <pc:spChg chg="add del mod">
          <ac:chgData name="Encarnacion Gago Amado" userId="b49862bd-6668-4e49-aa37-e41749eff9d5" providerId="ADAL" clId="{0B1065A9-5D23-46A8-83C3-25F8569C414B}" dt="2019-12-02T16:08:57.413" v="10802" actId="478"/>
          <ac:spMkLst>
            <pc:docMk/>
            <pc:sldMk cId="2865580913" sldId="278"/>
            <ac:spMk id="5" creationId="{AFD02AC4-2135-4CC6-B189-89D6AF90A9A6}"/>
          </ac:spMkLst>
        </pc:spChg>
        <pc:picChg chg="add mod modCrop">
          <ac:chgData name="Encarnacion Gago Amado" userId="b49862bd-6668-4e49-aa37-e41749eff9d5" providerId="ADAL" clId="{0B1065A9-5D23-46A8-83C3-25F8569C414B}" dt="2019-12-02T16:43:39.260" v="10820" actId="732"/>
          <ac:picMkLst>
            <pc:docMk/>
            <pc:sldMk cId="2865580913" sldId="278"/>
            <ac:picMk id="6" creationId="{894805D3-F149-453E-890A-D6D114B80439}"/>
          </ac:picMkLst>
        </pc:picChg>
      </pc:sldChg>
      <pc:sldChg chg="addSp delSp modSp add">
        <pc:chgData name="Encarnacion Gago Amado" userId="b49862bd-6668-4e49-aa37-e41749eff9d5" providerId="ADAL" clId="{0B1065A9-5D23-46A8-83C3-25F8569C414B}" dt="2019-12-03T09:04:31.924" v="10897" actId="20577"/>
        <pc:sldMkLst>
          <pc:docMk/>
          <pc:sldMk cId="3656914203" sldId="279"/>
        </pc:sldMkLst>
        <pc:spChg chg="mod">
          <ac:chgData name="Encarnacion Gago Amado" userId="b49862bd-6668-4e49-aa37-e41749eff9d5" providerId="ADAL" clId="{0B1065A9-5D23-46A8-83C3-25F8569C414B}" dt="2019-12-03T09:04:09.955" v="10872" actId="20577"/>
          <ac:spMkLst>
            <pc:docMk/>
            <pc:sldMk cId="3656914203" sldId="279"/>
            <ac:spMk id="2" creationId="{906FC75F-8C8B-40F5-9CF3-0436387BB574}"/>
          </ac:spMkLst>
        </pc:spChg>
        <pc:spChg chg="del">
          <ac:chgData name="Encarnacion Gago Amado" userId="b49862bd-6668-4e49-aa37-e41749eff9d5" providerId="ADAL" clId="{0B1065A9-5D23-46A8-83C3-25F8569C414B}" dt="2019-12-03T09:04:13.555" v="10873" actId="478"/>
          <ac:spMkLst>
            <pc:docMk/>
            <pc:sldMk cId="3656914203" sldId="279"/>
            <ac:spMk id="3" creationId="{60F22F0D-CEBA-41B5-8CDB-50083A5C28EE}"/>
          </ac:spMkLst>
        </pc:spChg>
        <pc:spChg chg="add mod">
          <ac:chgData name="Encarnacion Gago Amado" userId="b49862bd-6668-4e49-aa37-e41749eff9d5" providerId="ADAL" clId="{0B1065A9-5D23-46A8-83C3-25F8569C414B}" dt="2019-12-03T09:04:31.924" v="10897" actId="20577"/>
          <ac:spMkLst>
            <pc:docMk/>
            <pc:sldMk cId="3656914203" sldId="279"/>
            <ac:spMk id="4" creationId="{679D362A-540D-4FAC-B797-474304ADD287}"/>
          </ac:spMkLst>
        </pc:spChg>
      </pc:sldChg>
      <pc:sldMasterChg chg="add del addSldLayout delSldLayout">
        <pc:chgData name="Encarnacion Gago Amado" userId="b49862bd-6668-4e49-aa37-e41749eff9d5" providerId="ADAL" clId="{0B1065A9-5D23-46A8-83C3-25F8569C414B}" dt="2019-11-28T12:51:57.765" v="37" actId="26606"/>
        <pc:sldMasterMkLst>
          <pc:docMk/>
          <pc:sldMasterMk cId="4284094969" sldId="2147483648"/>
        </pc:sldMasterMkLst>
        <pc:sldLayoutChg chg="add del">
          <pc:chgData name="Encarnacion Gago Amado" userId="b49862bd-6668-4e49-aa37-e41749eff9d5" providerId="ADAL" clId="{0B1065A9-5D23-46A8-83C3-25F8569C414B}" dt="2019-11-28T12:51:57.765" v="37" actId="26606"/>
          <pc:sldLayoutMkLst>
            <pc:docMk/>
            <pc:sldMasterMk cId="4284094969" sldId="2147483648"/>
            <pc:sldLayoutMk cId="2868410674" sldId="2147483649"/>
          </pc:sldLayoutMkLst>
        </pc:sldLayoutChg>
        <pc:sldLayoutChg chg="add del">
          <pc:chgData name="Encarnacion Gago Amado" userId="b49862bd-6668-4e49-aa37-e41749eff9d5" providerId="ADAL" clId="{0B1065A9-5D23-46A8-83C3-25F8569C414B}" dt="2019-11-28T12:51:57.765" v="37" actId="26606"/>
          <pc:sldLayoutMkLst>
            <pc:docMk/>
            <pc:sldMasterMk cId="4284094969" sldId="2147483648"/>
            <pc:sldLayoutMk cId="2705607194" sldId="2147483650"/>
          </pc:sldLayoutMkLst>
        </pc:sldLayoutChg>
        <pc:sldLayoutChg chg="add del">
          <pc:chgData name="Encarnacion Gago Amado" userId="b49862bd-6668-4e49-aa37-e41749eff9d5" providerId="ADAL" clId="{0B1065A9-5D23-46A8-83C3-25F8569C414B}" dt="2019-11-28T12:51:57.765" v="37" actId="26606"/>
          <pc:sldLayoutMkLst>
            <pc:docMk/>
            <pc:sldMasterMk cId="4284094969" sldId="2147483648"/>
            <pc:sldLayoutMk cId="814444663" sldId="2147483651"/>
          </pc:sldLayoutMkLst>
        </pc:sldLayoutChg>
        <pc:sldLayoutChg chg="add del">
          <pc:chgData name="Encarnacion Gago Amado" userId="b49862bd-6668-4e49-aa37-e41749eff9d5" providerId="ADAL" clId="{0B1065A9-5D23-46A8-83C3-25F8569C414B}" dt="2019-11-28T12:51:57.765" v="37" actId="26606"/>
          <pc:sldLayoutMkLst>
            <pc:docMk/>
            <pc:sldMasterMk cId="4284094969" sldId="2147483648"/>
            <pc:sldLayoutMk cId="33778684" sldId="2147483652"/>
          </pc:sldLayoutMkLst>
        </pc:sldLayoutChg>
        <pc:sldLayoutChg chg="add del">
          <pc:chgData name="Encarnacion Gago Amado" userId="b49862bd-6668-4e49-aa37-e41749eff9d5" providerId="ADAL" clId="{0B1065A9-5D23-46A8-83C3-25F8569C414B}" dt="2019-11-28T12:51:57.765" v="37" actId="26606"/>
          <pc:sldLayoutMkLst>
            <pc:docMk/>
            <pc:sldMasterMk cId="4284094969" sldId="2147483648"/>
            <pc:sldLayoutMk cId="3438379893" sldId="2147483653"/>
          </pc:sldLayoutMkLst>
        </pc:sldLayoutChg>
        <pc:sldLayoutChg chg="add del">
          <pc:chgData name="Encarnacion Gago Amado" userId="b49862bd-6668-4e49-aa37-e41749eff9d5" providerId="ADAL" clId="{0B1065A9-5D23-46A8-83C3-25F8569C414B}" dt="2019-11-28T12:51:57.765" v="37" actId="26606"/>
          <pc:sldLayoutMkLst>
            <pc:docMk/>
            <pc:sldMasterMk cId="4284094969" sldId="2147483648"/>
            <pc:sldLayoutMk cId="3453240623" sldId="2147483654"/>
          </pc:sldLayoutMkLst>
        </pc:sldLayoutChg>
        <pc:sldLayoutChg chg="add del">
          <pc:chgData name="Encarnacion Gago Amado" userId="b49862bd-6668-4e49-aa37-e41749eff9d5" providerId="ADAL" clId="{0B1065A9-5D23-46A8-83C3-25F8569C414B}" dt="2019-11-28T12:51:57.765" v="37" actId="26606"/>
          <pc:sldLayoutMkLst>
            <pc:docMk/>
            <pc:sldMasterMk cId="4284094969" sldId="2147483648"/>
            <pc:sldLayoutMk cId="1990113156" sldId="2147483655"/>
          </pc:sldLayoutMkLst>
        </pc:sldLayoutChg>
        <pc:sldLayoutChg chg="add del">
          <pc:chgData name="Encarnacion Gago Amado" userId="b49862bd-6668-4e49-aa37-e41749eff9d5" providerId="ADAL" clId="{0B1065A9-5D23-46A8-83C3-25F8569C414B}" dt="2019-11-28T12:51:57.765" v="37" actId="26606"/>
          <pc:sldLayoutMkLst>
            <pc:docMk/>
            <pc:sldMasterMk cId="4284094969" sldId="2147483648"/>
            <pc:sldLayoutMk cId="40311253" sldId="2147483656"/>
          </pc:sldLayoutMkLst>
        </pc:sldLayoutChg>
        <pc:sldLayoutChg chg="add del">
          <pc:chgData name="Encarnacion Gago Amado" userId="b49862bd-6668-4e49-aa37-e41749eff9d5" providerId="ADAL" clId="{0B1065A9-5D23-46A8-83C3-25F8569C414B}" dt="2019-11-28T12:51:57.765" v="37" actId="26606"/>
          <pc:sldLayoutMkLst>
            <pc:docMk/>
            <pc:sldMasterMk cId="4284094969" sldId="2147483648"/>
            <pc:sldLayoutMk cId="3625106126" sldId="2147483657"/>
          </pc:sldLayoutMkLst>
        </pc:sldLayoutChg>
        <pc:sldLayoutChg chg="add del">
          <pc:chgData name="Encarnacion Gago Amado" userId="b49862bd-6668-4e49-aa37-e41749eff9d5" providerId="ADAL" clId="{0B1065A9-5D23-46A8-83C3-25F8569C414B}" dt="2019-11-28T12:51:57.765" v="37" actId="26606"/>
          <pc:sldLayoutMkLst>
            <pc:docMk/>
            <pc:sldMasterMk cId="4284094969" sldId="2147483648"/>
            <pc:sldLayoutMk cId="3660284231" sldId="2147483658"/>
          </pc:sldLayoutMkLst>
        </pc:sldLayoutChg>
        <pc:sldLayoutChg chg="add del">
          <pc:chgData name="Encarnacion Gago Amado" userId="b49862bd-6668-4e49-aa37-e41749eff9d5" providerId="ADAL" clId="{0B1065A9-5D23-46A8-83C3-25F8569C414B}" dt="2019-11-28T12:51:57.765" v="37" actId="26606"/>
          <pc:sldLayoutMkLst>
            <pc:docMk/>
            <pc:sldMasterMk cId="4284094969" sldId="2147483648"/>
            <pc:sldLayoutMk cId="835120161" sldId="2147483659"/>
          </pc:sldLayoutMkLst>
        </pc:sldLayoutChg>
      </pc:sldMasterChg>
      <pc:sldMasterChg chg="add del replId addSldLayout delSldLayout">
        <pc:chgData name="Encarnacion Gago Amado" userId="b49862bd-6668-4e49-aa37-e41749eff9d5" providerId="ADAL" clId="{0B1065A9-5D23-46A8-83C3-25F8569C414B}" dt="2019-11-28T12:47:32.729" v="35" actId="26606"/>
        <pc:sldMasterMkLst>
          <pc:docMk/>
          <pc:sldMasterMk cId="1853176355" sldId="2147483660"/>
        </pc:sldMasterMkLst>
        <pc:sldLayoutChg chg="add del">
          <pc:chgData name="Encarnacion Gago Amado" userId="b49862bd-6668-4e49-aa37-e41749eff9d5" providerId="ADAL" clId="{0B1065A9-5D23-46A8-83C3-25F8569C414B}" dt="2019-11-28T12:47:32.729" v="35" actId="26606"/>
          <pc:sldLayoutMkLst>
            <pc:docMk/>
            <pc:sldMasterMk cId="1853176355" sldId="2147483660"/>
            <pc:sldLayoutMk cId="2573856267" sldId="2147483661"/>
          </pc:sldLayoutMkLst>
        </pc:sldLayoutChg>
        <pc:sldLayoutChg chg="add del">
          <pc:chgData name="Encarnacion Gago Amado" userId="b49862bd-6668-4e49-aa37-e41749eff9d5" providerId="ADAL" clId="{0B1065A9-5D23-46A8-83C3-25F8569C414B}" dt="2019-11-28T12:47:32.729" v="35" actId="26606"/>
          <pc:sldLayoutMkLst>
            <pc:docMk/>
            <pc:sldMasterMk cId="1853176355" sldId="2147483660"/>
            <pc:sldLayoutMk cId="1580622981" sldId="2147483662"/>
          </pc:sldLayoutMkLst>
        </pc:sldLayoutChg>
        <pc:sldLayoutChg chg="add del">
          <pc:chgData name="Encarnacion Gago Amado" userId="b49862bd-6668-4e49-aa37-e41749eff9d5" providerId="ADAL" clId="{0B1065A9-5D23-46A8-83C3-25F8569C414B}" dt="2019-11-28T12:47:32.729" v="35" actId="26606"/>
          <pc:sldLayoutMkLst>
            <pc:docMk/>
            <pc:sldMasterMk cId="1853176355" sldId="2147483660"/>
            <pc:sldLayoutMk cId="4154907087" sldId="2147483663"/>
          </pc:sldLayoutMkLst>
        </pc:sldLayoutChg>
        <pc:sldLayoutChg chg="add del">
          <pc:chgData name="Encarnacion Gago Amado" userId="b49862bd-6668-4e49-aa37-e41749eff9d5" providerId="ADAL" clId="{0B1065A9-5D23-46A8-83C3-25F8569C414B}" dt="2019-11-28T12:47:32.729" v="35" actId="26606"/>
          <pc:sldLayoutMkLst>
            <pc:docMk/>
            <pc:sldMasterMk cId="1853176355" sldId="2147483660"/>
            <pc:sldLayoutMk cId="3917035754" sldId="2147483664"/>
          </pc:sldLayoutMkLst>
        </pc:sldLayoutChg>
        <pc:sldLayoutChg chg="add del">
          <pc:chgData name="Encarnacion Gago Amado" userId="b49862bd-6668-4e49-aa37-e41749eff9d5" providerId="ADAL" clId="{0B1065A9-5D23-46A8-83C3-25F8569C414B}" dt="2019-11-28T12:47:32.729" v="35" actId="26606"/>
          <pc:sldLayoutMkLst>
            <pc:docMk/>
            <pc:sldMasterMk cId="1853176355" sldId="2147483660"/>
            <pc:sldLayoutMk cId="607061757" sldId="2147483665"/>
          </pc:sldLayoutMkLst>
        </pc:sldLayoutChg>
        <pc:sldLayoutChg chg="add del">
          <pc:chgData name="Encarnacion Gago Amado" userId="b49862bd-6668-4e49-aa37-e41749eff9d5" providerId="ADAL" clId="{0B1065A9-5D23-46A8-83C3-25F8569C414B}" dt="2019-11-28T12:47:32.729" v="35" actId="26606"/>
          <pc:sldLayoutMkLst>
            <pc:docMk/>
            <pc:sldMasterMk cId="1853176355" sldId="2147483660"/>
            <pc:sldLayoutMk cId="2845255235" sldId="2147483666"/>
          </pc:sldLayoutMkLst>
        </pc:sldLayoutChg>
        <pc:sldLayoutChg chg="add del">
          <pc:chgData name="Encarnacion Gago Amado" userId="b49862bd-6668-4e49-aa37-e41749eff9d5" providerId="ADAL" clId="{0B1065A9-5D23-46A8-83C3-25F8569C414B}" dt="2019-11-28T12:47:32.729" v="35" actId="26606"/>
          <pc:sldLayoutMkLst>
            <pc:docMk/>
            <pc:sldMasterMk cId="1853176355" sldId="2147483660"/>
            <pc:sldLayoutMk cId="1025636834" sldId="2147483667"/>
          </pc:sldLayoutMkLst>
        </pc:sldLayoutChg>
        <pc:sldLayoutChg chg="add del replId">
          <pc:chgData name="Encarnacion Gago Amado" userId="b49862bd-6668-4e49-aa37-e41749eff9d5" providerId="ADAL" clId="{0B1065A9-5D23-46A8-83C3-25F8569C414B}" dt="2019-11-28T12:47:32.729" v="35" actId="26606"/>
          <pc:sldLayoutMkLst>
            <pc:docMk/>
            <pc:sldMasterMk cId="1853176355" sldId="2147483660"/>
            <pc:sldLayoutMk cId="2756005195" sldId="2147483668"/>
          </pc:sldLayoutMkLst>
        </pc:sldLayoutChg>
        <pc:sldLayoutChg chg="add del replId">
          <pc:chgData name="Encarnacion Gago Amado" userId="b49862bd-6668-4e49-aa37-e41749eff9d5" providerId="ADAL" clId="{0B1065A9-5D23-46A8-83C3-25F8569C414B}" dt="2019-11-28T12:47:32.729" v="35" actId="26606"/>
          <pc:sldLayoutMkLst>
            <pc:docMk/>
            <pc:sldMasterMk cId="1853176355" sldId="2147483660"/>
            <pc:sldLayoutMk cId="2869165348" sldId="2147483669"/>
          </pc:sldLayoutMkLst>
        </pc:sldLayoutChg>
        <pc:sldLayoutChg chg="add del replId">
          <pc:chgData name="Encarnacion Gago Amado" userId="b49862bd-6668-4e49-aa37-e41749eff9d5" providerId="ADAL" clId="{0B1065A9-5D23-46A8-83C3-25F8569C414B}" dt="2019-11-28T12:47:32.729" v="35" actId="26606"/>
          <pc:sldLayoutMkLst>
            <pc:docMk/>
            <pc:sldMasterMk cId="1853176355" sldId="2147483660"/>
            <pc:sldLayoutMk cId="2426236976" sldId="2147483670"/>
          </pc:sldLayoutMkLst>
        </pc:sldLayoutChg>
        <pc:sldLayoutChg chg="add del replId">
          <pc:chgData name="Encarnacion Gago Amado" userId="b49862bd-6668-4e49-aa37-e41749eff9d5" providerId="ADAL" clId="{0B1065A9-5D23-46A8-83C3-25F8569C414B}" dt="2019-11-28T12:47:32.729" v="35" actId="26606"/>
          <pc:sldLayoutMkLst>
            <pc:docMk/>
            <pc:sldMasterMk cId="1853176355" sldId="2147483660"/>
            <pc:sldLayoutMk cId="2376694670" sldId="2147483671"/>
          </pc:sldLayoutMkLst>
        </pc:sldLayoutChg>
        <pc:sldLayoutChg chg="add del replId">
          <pc:chgData name="Encarnacion Gago Amado" userId="b49862bd-6668-4e49-aa37-e41749eff9d5" providerId="ADAL" clId="{0B1065A9-5D23-46A8-83C3-25F8569C414B}" dt="2019-11-28T12:47:32.729" v="35" actId="26606"/>
          <pc:sldLayoutMkLst>
            <pc:docMk/>
            <pc:sldMasterMk cId="1853176355" sldId="2147483660"/>
            <pc:sldLayoutMk cId="1338087204" sldId="2147483672"/>
          </pc:sldLayoutMkLst>
        </pc:sldLayoutChg>
        <pc:sldLayoutChg chg="add del replId">
          <pc:chgData name="Encarnacion Gago Amado" userId="b49862bd-6668-4e49-aa37-e41749eff9d5" providerId="ADAL" clId="{0B1065A9-5D23-46A8-83C3-25F8569C414B}" dt="2019-11-28T12:47:32.729" v="35" actId="26606"/>
          <pc:sldLayoutMkLst>
            <pc:docMk/>
            <pc:sldMasterMk cId="1853176355" sldId="2147483660"/>
            <pc:sldLayoutMk cId="825431074" sldId="2147483673"/>
          </pc:sldLayoutMkLst>
        </pc:sldLayoutChg>
        <pc:sldLayoutChg chg="add del replId">
          <pc:chgData name="Encarnacion Gago Amado" userId="b49862bd-6668-4e49-aa37-e41749eff9d5" providerId="ADAL" clId="{0B1065A9-5D23-46A8-83C3-25F8569C414B}" dt="2019-11-28T12:47:32.729" v="35" actId="26606"/>
          <pc:sldLayoutMkLst>
            <pc:docMk/>
            <pc:sldMasterMk cId="1853176355" sldId="2147483660"/>
            <pc:sldLayoutMk cId="2206135416" sldId="2147483674"/>
          </pc:sldLayoutMkLst>
        </pc:sldLayoutChg>
        <pc:sldLayoutChg chg="add del replId">
          <pc:chgData name="Encarnacion Gago Amado" userId="b49862bd-6668-4e49-aa37-e41749eff9d5" providerId="ADAL" clId="{0B1065A9-5D23-46A8-83C3-25F8569C414B}" dt="2019-11-28T12:47:32.729" v="35" actId="26606"/>
          <pc:sldLayoutMkLst>
            <pc:docMk/>
            <pc:sldMasterMk cId="1853176355" sldId="2147483660"/>
            <pc:sldLayoutMk cId="1595871354" sldId="2147483675"/>
          </pc:sldLayoutMkLst>
        </pc:sldLayoutChg>
        <pc:sldLayoutChg chg="add del replId">
          <pc:chgData name="Encarnacion Gago Amado" userId="b49862bd-6668-4e49-aa37-e41749eff9d5" providerId="ADAL" clId="{0B1065A9-5D23-46A8-83C3-25F8569C414B}" dt="2019-11-28T12:47:32.729" v="35" actId="26606"/>
          <pc:sldLayoutMkLst>
            <pc:docMk/>
            <pc:sldMasterMk cId="1853176355" sldId="2147483660"/>
            <pc:sldLayoutMk cId="1708185954" sldId="2147483676"/>
          </pc:sldLayoutMkLst>
        </pc:sldLayoutChg>
        <pc:sldLayoutChg chg="add del replId">
          <pc:chgData name="Encarnacion Gago Amado" userId="b49862bd-6668-4e49-aa37-e41749eff9d5" providerId="ADAL" clId="{0B1065A9-5D23-46A8-83C3-25F8569C414B}" dt="2019-11-28T12:47:32.729" v="35" actId="26606"/>
          <pc:sldLayoutMkLst>
            <pc:docMk/>
            <pc:sldMasterMk cId="1853176355" sldId="2147483660"/>
            <pc:sldLayoutMk cId="3086824598" sldId="2147483677"/>
          </pc:sldLayoutMkLst>
        </pc:sldLayoutChg>
      </pc:sldMasterChg>
      <pc:sldMasterChg chg="add del addSldLayout delSldLayout">
        <pc:chgData name="Encarnacion Gago Amado" userId="b49862bd-6668-4e49-aa37-e41749eff9d5" providerId="ADAL" clId="{0B1065A9-5D23-46A8-83C3-25F8569C414B}" dt="2019-11-28T12:51:57.765" v="37" actId="26606"/>
        <pc:sldMasterMkLst>
          <pc:docMk/>
          <pc:sldMasterMk cId="1232227630" sldId="2147483692"/>
        </pc:sldMasterMkLst>
        <pc:sldLayoutChg chg="add del">
          <pc:chgData name="Encarnacion Gago Amado" userId="b49862bd-6668-4e49-aa37-e41749eff9d5" providerId="ADAL" clId="{0B1065A9-5D23-46A8-83C3-25F8569C414B}" dt="2019-11-28T12:51:57.765" v="37" actId="26606"/>
          <pc:sldLayoutMkLst>
            <pc:docMk/>
            <pc:sldMasterMk cId="1232227630" sldId="2147483692"/>
            <pc:sldLayoutMk cId="2843911158" sldId="2147483681"/>
          </pc:sldLayoutMkLst>
        </pc:sldLayoutChg>
        <pc:sldLayoutChg chg="add del">
          <pc:chgData name="Encarnacion Gago Amado" userId="b49862bd-6668-4e49-aa37-e41749eff9d5" providerId="ADAL" clId="{0B1065A9-5D23-46A8-83C3-25F8569C414B}" dt="2019-11-28T12:51:57.765" v="37" actId="26606"/>
          <pc:sldLayoutMkLst>
            <pc:docMk/>
            <pc:sldMasterMk cId="1232227630" sldId="2147483692"/>
            <pc:sldLayoutMk cId="3841353877" sldId="2147483682"/>
          </pc:sldLayoutMkLst>
        </pc:sldLayoutChg>
        <pc:sldLayoutChg chg="add del">
          <pc:chgData name="Encarnacion Gago Amado" userId="b49862bd-6668-4e49-aa37-e41749eff9d5" providerId="ADAL" clId="{0B1065A9-5D23-46A8-83C3-25F8569C414B}" dt="2019-11-28T12:51:57.765" v="37" actId="26606"/>
          <pc:sldLayoutMkLst>
            <pc:docMk/>
            <pc:sldMasterMk cId="1232227630" sldId="2147483692"/>
            <pc:sldLayoutMk cId="1551202341" sldId="2147483683"/>
          </pc:sldLayoutMkLst>
        </pc:sldLayoutChg>
        <pc:sldLayoutChg chg="add del">
          <pc:chgData name="Encarnacion Gago Amado" userId="b49862bd-6668-4e49-aa37-e41749eff9d5" providerId="ADAL" clId="{0B1065A9-5D23-46A8-83C3-25F8569C414B}" dt="2019-11-28T12:51:57.765" v="37" actId="26606"/>
          <pc:sldLayoutMkLst>
            <pc:docMk/>
            <pc:sldMasterMk cId="1232227630" sldId="2147483692"/>
            <pc:sldLayoutMk cId="1622560312" sldId="2147483684"/>
          </pc:sldLayoutMkLst>
        </pc:sldLayoutChg>
        <pc:sldLayoutChg chg="add del">
          <pc:chgData name="Encarnacion Gago Amado" userId="b49862bd-6668-4e49-aa37-e41749eff9d5" providerId="ADAL" clId="{0B1065A9-5D23-46A8-83C3-25F8569C414B}" dt="2019-11-28T12:51:57.765" v="37" actId="26606"/>
          <pc:sldLayoutMkLst>
            <pc:docMk/>
            <pc:sldMasterMk cId="1232227630" sldId="2147483692"/>
            <pc:sldLayoutMk cId="3656011222" sldId="2147483685"/>
          </pc:sldLayoutMkLst>
        </pc:sldLayoutChg>
        <pc:sldLayoutChg chg="add del">
          <pc:chgData name="Encarnacion Gago Amado" userId="b49862bd-6668-4e49-aa37-e41749eff9d5" providerId="ADAL" clId="{0B1065A9-5D23-46A8-83C3-25F8569C414B}" dt="2019-11-28T12:51:57.765" v="37" actId="26606"/>
          <pc:sldLayoutMkLst>
            <pc:docMk/>
            <pc:sldMasterMk cId="1232227630" sldId="2147483692"/>
            <pc:sldLayoutMk cId="3891401394" sldId="2147483686"/>
          </pc:sldLayoutMkLst>
        </pc:sldLayoutChg>
        <pc:sldLayoutChg chg="add del">
          <pc:chgData name="Encarnacion Gago Amado" userId="b49862bd-6668-4e49-aa37-e41749eff9d5" providerId="ADAL" clId="{0B1065A9-5D23-46A8-83C3-25F8569C414B}" dt="2019-11-28T12:51:57.765" v="37" actId="26606"/>
          <pc:sldLayoutMkLst>
            <pc:docMk/>
            <pc:sldMasterMk cId="1232227630" sldId="2147483692"/>
            <pc:sldLayoutMk cId="3886512568" sldId="2147483687"/>
          </pc:sldLayoutMkLst>
        </pc:sldLayoutChg>
        <pc:sldLayoutChg chg="add del">
          <pc:chgData name="Encarnacion Gago Amado" userId="b49862bd-6668-4e49-aa37-e41749eff9d5" providerId="ADAL" clId="{0B1065A9-5D23-46A8-83C3-25F8569C414B}" dt="2019-11-28T12:51:57.765" v="37" actId="26606"/>
          <pc:sldLayoutMkLst>
            <pc:docMk/>
            <pc:sldMasterMk cId="1232227630" sldId="2147483692"/>
            <pc:sldLayoutMk cId="1334011281" sldId="2147483688"/>
          </pc:sldLayoutMkLst>
        </pc:sldLayoutChg>
        <pc:sldLayoutChg chg="add del">
          <pc:chgData name="Encarnacion Gago Amado" userId="b49862bd-6668-4e49-aa37-e41749eff9d5" providerId="ADAL" clId="{0B1065A9-5D23-46A8-83C3-25F8569C414B}" dt="2019-11-28T12:51:57.765" v="37" actId="26606"/>
          <pc:sldLayoutMkLst>
            <pc:docMk/>
            <pc:sldMasterMk cId="1232227630" sldId="2147483692"/>
            <pc:sldLayoutMk cId="1679344017" sldId="2147483689"/>
          </pc:sldLayoutMkLst>
        </pc:sldLayoutChg>
        <pc:sldLayoutChg chg="add del">
          <pc:chgData name="Encarnacion Gago Amado" userId="b49862bd-6668-4e49-aa37-e41749eff9d5" providerId="ADAL" clId="{0B1065A9-5D23-46A8-83C3-25F8569C414B}" dt="2019-11-28T12:51:57.765" v="37" actId="26606"/>
          <pc:sldLayoutMkLst>
            <pc:docMk/>
            <pc:sldMasterMk cId="1232227630" sldId="2147483692"/>
            <pc:sldLayoutMk cId="652292579" sldId="2147483690"/>
          </pc:sldLayoutMkLst>
        </pc:sldLayoutChg>
        <pc:sldLayoutChg chg="add del">
          <pc:chgData name="Encarnacion Gago Amado" userId="b49862bd-6668-4e49-aa37-e41749eff9d5" providerId="ADAL" clId="{0B1065A9-5D23-46A8-83C3-25F8569C414B}" dt="2019-11-28T12:51:57.765" v="37" actId="26606"/>
          <pc:sldLayoutMkLst>
            <pc:docMk/>
            <pc:sldMasterMk cId="1232227630" sldId="2147483692"/>
            <pc:sldLayoutMk cId="451270916" sldId="2147483691"/>
          </pc:sldLayoutMkLst>
        </pc:sldLayoutChg>
      </pc:sldMasterChg>
    </pc:docChg>
  </pc:docChgLst>
  <pc:docChgLst>
    <pc:chgData name="Encarnacion Gago Amado" userId="b49862bd-6668-4e49-aa37-e41749eff9d5" providerId="ADAL" clId="{E9C1B4E2-93AB-4BDB-AA55-BF5386900020}"/>
    <pc:docChg chg="addSld modSld">
      <pc:chgData name="Encarnacion Gago Amado" userId="b49862bd-6668-4e49-aa37-e41749eff9d5" providerId="ADAL" clId="{E9C1B4E2-93AB-4BDB-AA55-BF5386900020}" dt="2020-02-05T11:41:42.819" v="4"/>
      <pc:docMkLst>
        <pc:docMk/>
      </pc:docMkLst>
      <pc:sldChg chg="addSp modSp add">
        <pc:chgData name="Encarnacion Gago Amado" userId="b49862bd-6668-4e49-aa37-e41749eff9d5" providerId="ADAL" clId="{E9C1B4E2-93AB-4BDB-AA55-BF5386900020}" dt="2020-02-05T11:41:42.819" v="4"/>
        <pc:sldMkLst>
          <pc:docMk/>
          <pc:sldMk cId="1953447968" sldId="280"/>
        </pc:sldMkLst>
        <pc:spChg chg="mod">
          <ac:chgData name="Encarnacion Gago Amado" userId="b49862bd-6668-4e49-aa37-e41749eff9d5" providerId="ADAL" clId="{E9C1B4E2-93AB-4BDB-AA55-BF5386900020}" dt="2020-02-05T11:41:42.819" v="4"/>
          <ac:spMkLst>
            <pc:docMk/>
            <pc:sldMk cId="1953447968" sldId="280"/>
            <ac:spMk id="3" creationId="{AFD7CDF5-EFF1-4591-8CCE-7CD8621BB6FA}"/>
          </ac:spMkLst>
        </pc:spChg>
        <pc:picChg chg="add mod">
          <ac:chgData name="Encarnacion Gago Amado" userId="b49862bd-6668-4e49-aa37-e41749eff9d5" providerId="ADAL" clId="{E9C1B4E2-93AB-4BDB-AA55-BF5386900020}" dt="2020-02-05T11:41:35.637" v="3" actId="1076"/>
          <ac:picMkLst>
            <pc:docMk/>
            <pc:sldMk cId="1953447968" sldId="280"/>
            <ac:picMk id="1026" creationId="{7963A41A-8BC7-4621-81AC-B2713E8BACC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B4F047-074D-41E9-8A2C-AE4507415B24}" type="datetimeFigureOut">
              <a:rPr lang="es-ES" smtClean="0"/>
              <a:t>05/02/2020</a:t>
            </a:fld>
            <a:endParaRPr lang="es-E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1E8E6E-4D80-4699-A58E-5ACCF3EECFB9}" type="slidenum">
              <a:rPr lang="es-ES" smtClean="0"/>
              <a:t>‹#›</a:t>
            </a:fld>
            <a:endParaRPr lang="es-ES"/>
          </a:p>
        </p:txBody>
      </p:sp>
    </p:spTree>
    <p:extLst>
      <p:ext uri="{BB962C8B-B14F-4D97-AF65-F5344CB8AC3E}">
        <p14:creationId xmlns:p14="http://schemas.microsoft.com/office/powerpoint/2010/main" val="2135700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Existen muchos lenguajes de programación pero pocos pueden competir en simplicidad con la sintaxis de Python, esto lo hace uno de los mejores para comenzar, pero además es un lenguaje con mucho futuro. Es libre, es gratuito y multiplataforma, capaz de realizar prácticamente cualquier tarea, desde simples scripts a interfaces gráficas, servidores web o también algún que otro videojuego</a:t>
            </a:r>
          </a:p>
          <a:p>
            <a:endParaRPr lang="es-ES" dirty="0"/>
          </a:p>
        </p:txBody>
      </p:sp>
      <p:sp>
        <p:nvSpPr>
          <p:cNvPr id="4" name="Slide Number Placeholder 3"/>
          <p:cNvSpPr>
            <a:spLocks noGrp="1"/>
          </p:cNvSpPr>
          <p:nvPr>
            <p:ph type="sldNum" sz="quarter" idx="5"/>
          </p:nvPr>
        </p:nvSpPr>
        <p:spPr/>
        <p:txBody>
          <a:bodyPr/>
          <a:lstStyle/>
          <a:p>
            <a:fld id="{561E8E6E-4D80-4699-A58E-5ACCF3EECFB9}" type="slidenum">
              <a:rPr lang="es-ES" smtClean="0"/>
              <a:t>5</a:t>
            </a:fld>
            <a:endParaRPr lang="es-ES"/>
          </a:p>
        </p:txBody>
      </p:sp>
    </p:spTree>
    <p:extLst>
      <p:ext uri="{BB962C8B-B14F-4D97-AF65-F5344CB8AC3E}">
        <p14:creationId xmlns:p14="http://schemas.microsoft.com/office/powerpoint/2010/main" val="4189723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El objetivo de este curso es simple, enseñaros desde cero a programar en Python y a sacarle el máximo partido para que seáis capaces de crear vuestros propios programas, incluso con su interfaz gráfica, y también compartirlo con tus compañeros o futuros clientes.</a:t>
            </a:r>
          </a:p>
        </p:txBody>
      </p:sp>
      <p:sp>
        <p:nvSpPr>
          <p:cNvPr id="4" name="Slide Number Placeholder 3"/>
          <p:cNvSpPr>
            <a:spLocks noGrp="1"/>
          </p:cNvSpPr>
          <p:nvPr>
            <p:ph type="sldNum" sz="quarter" idx="5"/>
          </p:nvPr>
        </p:nvSpPr>
        <p:spPr/>
        <p:txBody>
          <a:bodyPr/>
          <a:lstStyle/>
          <a:p>
            <a:fld id="{561E8E6E-4D80-4699-A58E-5ACCF3EECFB9}" type="slidenum">
              <a:rPr lang="es-ES" smtClean="0"/>
              <a:t>7</a:t>
            </a:fld>
            <a:endParaRPr lang="es-ES"/>
          </a:p>
        </p:txBody>
      </p:sp>
    </p:spTree>
    <p:extLst>
      <p:ext uri="{BB962C8B-B14F-4D97-AF65-F5344CB8AC3E}">
        <p14:creationId xmlns:p14="http://schemas.microsoft.com/office/powerpoint/2010/main" val="2688725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El objetivo de este curso es simple, enseñaros desde cero a programar en Python y a sacarle el máximo partido para que seáis capaces de crear vuestros propios programas, incluso con su interfaz gráfica, y también compartirlo con tus compañeros o futuros clientes.</a:t>
            </a:r>
          </a:p>
        </p:txBody>
      </p:sp>
      <p:sp>
        <p:nvSpPr>
          <p:cNvPr id="4" name="Slide Number Placeholder 3"/>
          <p:cNvSpPr>
            <a:spLocks noGrp="1"/>
          </p:cNvSpPr>
          <p:nvPr>
            <p:ph type="sldNum" sz="quarter" idx="5"/>
          </p:nvPr>
        </p:nvSpPr>
        <p:spPr/>
        <p:txBody>
          <a:bodyPr/>
          <a:lstStyle/>
          <a:p>
            <a:fld id="{561E8E6E-4D80-4699-A58E-5ACCF3EECFB9}" type="slidenum">
              <a:rPr lang="es-ES" smtClean="0"/>
              <a:t>8</a:t>
            </a:fld>
            <a:endParaRPr lang="es-ES"/>
          </a:p>
        </p:txBody>
      </p:sp>
    </p:spTree>
    <p:extLst>
      <p:ext uri="{BB962C8B-B14F-4D97-AF65-F5344CB8AC3E}">
        <p14:creationId xmlns:p14="http://schemas.microsoft.com/office/powerpoint/2010/main" val="1600276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Introduciremos los conceptos sobre los que se sustenta la programación informática</a:t>
            </a:r>
          </a:p>
        </p:txBody>
      </p:sp>
      <p:sp>
        <p:nvSpPr>
          <p:cNvPr id="4" name="Slide Number Placeholder 3"/>
          <p:cNvSpPr>
            <a:spLocks noGrp="1"/>
          </p:cNvSpPr>
          <p:nvPr>
            <p:ph type="sldNum" sz="quarter" idx="5"/>
          </p:nvPr>
        </p:nvSpPr>
        <p:spPr/>
        <p:txBody>
          <a:bodyPr/>
          <a:lstStyle/>
          <a:p>
            <a:fld id="{561E8E6E-4D80-4699-A58E-5ACCF3EECFB9}" type="slidenum">
              <a:rPr lang="es-ES" smtClean="0"/>
              <a:t>9</a:t>
            </a:fld>
            <a:endParaRPr lang="es-ES"/>
          </a:p>
        </p:txBody>
      </p:sp>
    </p:spTree>
    <p:extLst>
      <p:ext uri="{BB962C8B-B14F-4D97-AF65-F5344CB8AC3E}">
        <p14:creationId xmlns:p14="http://schemas.microsoft.com/office/powerpoint/2010/main" val="3228745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En la fase 2, manejo de datos, profundizaremos en la manipulación de la información, colecciones de datos, entradas y salidas,…</a:t>
            </a:r>
          </a:p>
        </p:txBody>
      </p:sp>
      <p:sp>
        <p:nvSpPr>
          <p:cNvPr id="4" name="Slide Number Placeholder 3"/>
          <p:cNvSpPr>
            <a:spLocks noGrp="1"/>
          </p:cNvSpPr>
          <p:nvPr>
            <p:ph type="sldNum" sz="quarter" idx="5"/>
          </p:nvPr>
        </p:nvSpPr>
        <p:spPr/>
        <p:txBody>
          <a:bodyPr/>
          <a:lstStyle/>
          <a:p>
            <a:fld id="{561E8E6E-4D80-4699-A58E-5ACCF3EECFB9}" type="slidenum">
              <a:rPr lang="es-ES" smtClean="0"/>
              <a:t>10</a:t>
            </a:fld>
            <a:endParaRPr lang="es-ES"/>
          </a:p>
        </p:txBody>
      </p:sp>
    </p:spTree>
    <p:extLst>
      <p:ext uri="{BB962C8B-B14F-4D97-AF65-F5344CB8AC3E}">
        <p14:creationId xmlns:p14="http://schemas.microsoft.com/office/powerpoint/2010/main" val="600516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Al llegar a la fase 3 ya tendremos el conocimiento para crear pequeños programas y es a partir de aquí cuando todo se pone más interesante y aprenderemos a solucionar problemas utilizando la POO</a:t>
            </a:r>
          </a:p>
        </p:txBody>
      </p:sp>
      <p:sp>
        <p:nvSpPr>
          <p:cNvPr id="4" name="Slide Number Placeholder 3"/>
          <p:cNvSpPr>
            <a:spLocks noGrp="1"/>
          </p:cNvSpPr>
          <p:nvPr>
            <p:ph type="sldNum" sz="quarter" idx="5"/>
          </p:nvPr>
        </p:nvSpPr>
        <p:spPr/>
        <p:txBody>
          <a:bodyPr/>
          <a:lstStyle/>
          <a:p>
            <a:fld id="{561E8E6E-4D80-4699-A58E-5ACCF3EECFB9}" type="slidenum">
              <a:rPr lang="es-ES" smtClean="0"/>
              <a:t>11</a:t>
            </a:fld>
            <a:endParaRPr lang="es-ES"/>
          </a:p>
        </p:txBody>
      </p:sp>
    </p:spTree>
    <p:extLst>
      <p:ext uri="{BB962C8B-B14F-4D97-AF65-F5344CB8AC3E}">
        <p14:creationId xmlns:p14="http://schemas.microsoft.com/office/powerpoint/2010/main" val="29897095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561E8E6E-4D80-4699-A58E-5ACCF3EECFB9}" type="slidenum">
              <a:rPr lang="es-ES" smtClean="0"/>
              <a:t>12</a:t>
            </a:fld>
            <a:endParaRPr lang="es-ES"/>
          </a:p>
        </p:txBody>
      </p:sp>
    </p:spTree>
    <p:extLst>
      <p:ext uri="{BB962C8B-B14F-4D97-AF65-F5344CB8AC3E}">
        <p14:creationId xmlns:p14="http://schemas.microsoft.com/office/powerpoint/2010/main" val="25524185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561E8E6E-4D80-4699-A58E-5ACCF3EECFB9}" type="slidenum">
              <a:rPr lang="es-ES" smtClean="0"/>
              <a:t>13</a:t>
            </a:fld>
            <a:endParaRPr lang="es-ES"/>
          </a:p>
        </p:txBody>
      </p:sp>
    </p:spTree>
    <p:extLst>
      <p:ext uri="{BB962C8B-B14F-4D97-AF65-F5344CB8AC3E}">
        <p14:creationId xmlns:p14="http://schemas.microsoft.com/office/powerpoint/2010/main" val="4142652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Tardará un rato en descargarse por que ocupa bastante espacio pero este pack contiene un montón de herramientas útiles para el aprendizaje y simplifica mucho la instalación, así que vale la pena.</a:t>
            </a:r>
          </a:p>
        </p:txBody>
      </p:sp>
      <p:sp>
        <p:nvSpPr>
          <p:cNvPr id="4" name="Slide Number Placeholder 3"/>
          <p:cNvSpPr>
            <a:spLocks noGrp="1"/>
          </p:cNvSpPr>
          <p:nvPr>
            <p:ph type="sldNum" sz="quarter" idx="5"/>
          </p:nvPr>
        </p:nvSpPr>
        <p:spPr/>
        <p:txBody>
          <a:bodyPr/>
          <a:lstStyle/>
          <a:p>
            <a:fld id="{561E8E6E-4D80-4699-A58E-5ACCF3EECFB9}" type="slidenum">
              <a:rPr lang="es-ES" smtClean="0"/>
              <a:t>17</a:t>
            </a:fld>
            <a:endParaRPr lang="es-ES"/>
          </a:p>
        </p:txBody>
      </p:sp>
    </p:spTree>
    <p:extLst>
      <p:ext uri="{BB962C8B-B14F-4D97-AF65-F5344CB8AC3E}">
        <p14:creationId xmlns:p14="http://schemas.microsoft.com/office/powerpoint/2010/main" val="444101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Tardará un rato en descargarse por que ocupa bastante espacio pero este pack contiene un montón de herramientas útiles para el aprendizaje y simplifica mucho la instalación, así que vale la pena.</a:t>
            </a:r>
          </a:p>
        </p:txBody>
      </p:sp>
      <p:sp>
        <p:nvSpPr>
          <p:cNvPr id="4" name="Slide Number Placeholder 3"/>
          <p:cNvSpPr>
            <a:spLocks noGrp="1"/>
          </p:cNvSpPr>
          <p:nvPr>
            <p:ph type="sldNum" sz="quarter" idx="5"/>
          </p:nvPr>
        </p:nvSpPr>
        <p:spPr/>
        <p:txBody>
          <a:bodyPr/>
          <a:lstStyle/>
          <a:p>
            <a:fld id="{561E8E6E-4D80-4699-A58E-5ACCF3EECFB9}" type="slidenum">
              <a:rPr lang="es-ES" smtClean="0"/>
              <a:t>18</a:t>
            </a:fld>
            <a:endParaRPr lang="es-ES"/>
          </a:p>
        </p:txBody>
      </p:sp>
    </p:spTree>
    <p:extLst>
      <p:ext uri="{BB962C8B-B14F-4D97-AF65-F5344CB8AC3E}">
        <p14:creationId xmlns:p14="http://schemas.microsoft.com/office/powerpoint/2010/main" val="3642396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Tardará un rato en descargarse por que ocupa bastante espacio pero este pack contiene un montón de herramientas útiles para el aprendizaje y simplifica mucho la instalación, así que vale la pena.</a:t>
            </a:r>
          </a:p>
        </p:txBody>
      </p:sp>
      <p:sp>
        <p:nvSpPr>
          <p:cNvPr id="4" name="Slide Number Placeholder 3"/>
          <p:cNvSpPr>
            <a:spLocks noGrp="1"/>
          </p:cNvSpPr>
          <p:nvPr>
            <p:ph type="sldNum" sz="quarter" idx="5"/>
          </p:nvPr>
        </p:nvSpPr>
        <p:spPr/>
        <p:txBody>
          <a:bodyPr/>
          <a:lstStyle/>
          <a:p>
            <a:fld id="{561E8E6E-4D80-4699-A58E-5ACCF3EECFB9}" type="slidenum">
              <a:rPr lang="es-ES" smtClean="0"/>
              <a:t>19</a:t>
            </a:fld>
            <a:endParaRPr lang="es-ES"/>
          </a:p>
        </p:txBody>
      </p:sp>
    </p:spTree>
    <p:extLst>
      <p:ext uri="{BB962C8B-B14F-4D97-AF65-F5344CB8AC3E}">
        <p14:creationId xmlns:p14="http://schemas.microsoft.com/office/powerpoint/2010/main" val="4145645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El notebook de </a:t>
            </a:r>
            <a:r>
              <a:rPr lang="es-ES" dirty="0" err="1"/>
              <a:t>Jupyter</a:t>
            </a:r>
            <a:r>
              <a:rPr lang="es-ES" dirty="0"/>
              <a:t> es un entorno donde podemos crear blog de notas con ejemplos y apuntes de Python. Se organiza en ficheros llamados blogs de notas y lo que tenemos a simple vista es un explorador, donde podemos gestionar carpetas y blogs</a:t>
            </a:r>
          </a:p>
          <a:p>
            <a:r>
              <a:rPr lang="es-ES" dirty="0"/>
              <a:t>Cada blog de notas está estructurado en celdas, las celdas puede ejecutar código o simplemente mostrar información. En la parte superior podemos indicar el tipo de celda que queremos</a:t>
            </a:r>
          </a:p>
          <a:p>
            <a:r>
              <a:rPr lang="es-ES" dirty="0"/>
              <a:t>- Una celda de tipo </a:t>
            </a:r>
            <a:r>
              <a:rPr lang="es-ES" dirty="0" err="1"/>
              <a:t>Markdown</a:t>
            </a:r>
            <a:r>
              <a:rPr lang="es-ES" dirty="0"/>
              <a:t> nos permite escribir texto en este lenguaje de marcado, sirve para tomar apuntes y documentar</a:t>
            </a:r>
          </a:p>
          <a:p>
            <a:pPr marL="171450" indent="-171450">
              <a:buFontTx/>
              <a:buChar char="-"/>
            </a:pPr>
            <a:r>
              <a:rPr lang="es-ES" dirty="0"/>
              <a:t>Una celda de tipo code</a:t>
            </a:r>
          </a:p>
          <a:p>
            <a:pPr marL="0" indent="0">
              <a:buFontTx/>
              <a:buNone/>
            </a:pPr>
            <a:endParaRPr lang="es-ES" dirty="0"/>
          </a:p>
          <a:p>
            <a:pPr marL="0" indent="0">
              <a:buFontTx/>
              <a:buNone/>
            </a:pPr>
            <a:r>
              <a:rPr lang="es-ES" dirty="0"/>
              <a:t>Cada blog de notas es en realidad una sesión independiente del interprete de Python como cuando escribimos Python en la terminal pero presentado de una forma mucho más cómoda</a:t>
            </a:r>
          </a:p>
        </p:txBody>
      </p:sp>
      <p:sp>
        <p:nvSpPr>
          <p:cNvPr id="4" name="Slide Number Placeholder 3"/>
          <p:cNvSpPr>
            <a:spLocks noGrp="1"/>
          </p:cNvSpPr>
          <p:nvPr>
            <p:ph type="sldNum" sz="quarter" idx="5"/>
          </p:nvPr>
        </p:nvSpPr>
        <p:spPr/>
        <p:txBody>
          <a:bodyPr/>
          <a:lstStyle/>
          <a:p>
            <a:fld id="{561E8E6E-4D80-4699-A58E-5ACCF3EECFB9}" type="slidenum">
              <a:rPr lang="es-ES" smtClean="0"/>
              <a:t>20</a:t>
            </a:fld>
            <a:endParaRPr lang="es-ES"/>
          </a:p>
        </p:txBody>
      </p:sp>
    </p:spTree>
    <p:extLst>
      <p:ext uri="{BB962C8B-B14F-4D97-AF65-F5344CB8AC3E}">
        <p14:creationId xmlns:p14="http://schemas.microsoft.com/office/powerpoint/2010/main" val="1330564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A8EE3-8C15-4676-9530-735D503C41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ES"/>
          </a:p>
        </p:txBody>
      </p:sp>
      <p:sp>
        <p:nvSpPr>
          <p:cNvPr id="3" name="Subtitle 2">
            <a:extLst>
              <a:ext uri="{FF2B5EF4-FFF2-40B4-BE49-F238E27FC236}">
                <a16:creationId xmlns:a16="http://schemas.microsoft.com/office/drawing/2014/main" id="{7668865E-4205-4CDC-A648-F31C9F3CA8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ES"/>
          </a:p>
        </p:txBody>
      </p:sp>
      <p:sp>
        <p:nvSpPr>
          <p:cNvPr id="4" name="Date Placeholder 3">
            <a:extLst>
              <a:ext uri="{FF2B5EF4-FFF2-40B4-BE49-F238E27FC236}">
                <a16:creationId xmlns:a16="http://schemas.microsoft.com/office/drawing/2014/main" id="{DE226C35-6C5A-46AF-8F7E-14B2D022B72B}"/>
              </a:ext>
            </a:extLst>
          </p:cNvPr>
          <p:cNvSpPr>
            <a:spLocks noGrp="1"/>
          </p:cNvSpPr>
          <p:nvPr>
            <p:ph type="dt" sz="half" idx="10"/>
          </p:nvPr>
        </p:nvSpPr>
        <p:spPr/>
        <p:txBody>
          <a:bodyPr/>
          <a:lstStyle/>
          <a:p>
            <a:fld id="{89ED9881-8D16-46A9-A45E-AC38114682B5}" type="datetimeFigureOut">
              <a:rPr lang="es-ES" smtClean="0"/>
              <a:t>05/02/2020</a:t>
            </a:fld>
            <a:endParaRPr lang="es-ES"/>
          </a:p>
        </p:txBody>
      </p:sp>
      <p:sp>
        <p:nvSpPr>
          <p:cNvPr id="5" name="Footer Placeholder 4">
            <a:extLst>
              <a:ext uri="{FF2B5EF4-FFF2-40B4-BE49-F238E27FC236}">
                <a16:creationId xmlns:a16="http://schemas.microsoft.com/office/drawing/2014/main" id="{4A6A59AD-4997-403D-BEBC-0DED50A45463}"/>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C7CA1956-F14B-4B2B-9D6E-E3B32E8BA828}"/>
              </a:ext>
            </a:extLst>
          </p:cNvPr>
          <p:cNvSpPr>
            <a:spLocks noGrp="1"/>
          </p:cNvSpPr>
          <p:nvPr>
            <p:ph type="sldNum" sz="quarter" idx="12"/>
          </p:nvPr>
        </p:nvSpPr>
        <p:spPr/>
        <p:txBody>
          <a:bodyPr/>
          <a:lstStyle/>
          <a:p>
            <a:fld id="{EAD74E36-41F2-4066-BB22-2CE621488A81}" type="slidenum">
              <a:rPr lang="es-ES" smtClean="0"/>
              <a:t>‹#›</a:t>
            </a:fld>
            <a:endParaRPr lang="es-ES"/>
          </a:p>
        </p:txBody>
      </p:sp>
    </p:spTree>
    <p:extLst>
      <p:ext uri="{BB962C8B-B14F-4D97-AF65-F5344CB8AC3E}">
        <p14:creationId xmlns:p14="http://schemas.microsoft.com/office/powerpoint/2010/main" val="2868410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FF39F-BCB5-48C5-9809-164A65F4BFC0}"/>
              </a:ext>
            </a:extLst>
          </p:cNvPr>
          <p:cNvSpPr>
            <a:spLocks noGrp="1"/>
          </p:cNvSpPr>
          <p:nvPr>
            <p:ph type="title"/>
          </p:nvPr>
        </p:nvSpPr>
        <p:spPr/>
        <p:txBody>
          <a:bodyPr/>
          <a:lstStyle/>
          <a:p>
            <a:r>
              <a:rPr lang="en-US"/>
              <a:t>Click to edit Master title style</a:t>
            </a:r>
            <a:endParaRPr lang="es-ES"/>
          </a:p>
        </p:txBody>
      </p:sp>
      <p:sp>
        <p:nvSpPr>
          <p:cNvPr id="3" name="Content Placeholder 2">
            <a:extLst>
              <a:ext uri="{FF2B5EF4-FFF2-40B4-BE49-F238E27FC236}">
                <a16:creationId xmlns:a16="http://schemas.microsoft.com/office/drawing/2014/main" id="{B6937488-124E-4462-956F-CC527A000D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359F6BE8-3712-47E1-8613-6178FC18317A}"/>
              </a:ext>
            </a:extLst>
          </p:cNvPr>
          <p:cNvSpPr>
            <a:spLocks noGrp="1"/>
          </p:cNvSpPr>
          <p:nvPr>
            <p:ph type="dt" sz="half" idx="10"/>
          </p:nvPr>
        </p:nvSpPr>
        <p:spPr/>
        <p:txBody>
          <a:bodyPr/>
          <a:lstStyle/>
          <a:p>
            <a:fld id="{89ED9881-8D16-46A9-A45E-AC38114682B5}" type="datetimeFigureOut">
              <a:rPr lang="es-ES" smtClean="0"/>
              <a:t>05/02/2020</a:t>
            </a:fld>
            <a:endParaRPr lang="es-ES"/>
          </a:p>
        </p:txBody>
      </p:sp>
      <p:sp>
        <p:nvSpPr>
          <p:cNvPr id="5" name="Footer Placeholder 4">
            <a:extLst>
              <a:ext uri="{FF2B5EF4-FFF2-40B4-BE49-F238E27FC236}">
                <a16:creationId xmlns:a16="http://schemas.microsoft.com/office/drawing/2014/main" id="{FB4AF92A-58F2-436F-A94E-31C9B08E25A3}"/>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33EFA22C-62C2-42AB-9D84-57A21DA0515C}"/>
              </a:ext>
            </a:extLst>
          </p:cNvPr>
          <p:cNvSpPr>
            <a:spLocks noGrp="1"/>
          </p:cNvSpPr>
          <p:nvPr>
            <p:ph type="sldNum" sz="quarter" idx="12"/>
          </p:nvPr>
        </p:nvSpPr>
        <p:spPr/>
        <p:txBody>
          <a:bodyPr/>
          <a:lstStyle/>
          <a:p>
            <a:fld id="{EAD74E36-41F2-4066-BB22-2CE621488A81}" type="slidenum">
              <a:rPr lang="es-ES" smtClean="0"/>
              <a:t>‹#›</a:t>
            </a:fld>
            <a:endParaRPr lang="es-ES"/>
          </a:p>
        </p:txBody>
      </p:sp>
    </p:spTree>
    <p:extLst>
      <p:ext uri="{BB962C8B-B14F-4D97-AF65-F5344CB8AC3E}">
        <p14:creationId xmlns:p14="http://schemas.microsoft.com/office/powerpoint/2010/main" val="270560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9D825-77AE-449D-BC5B-C2ABE2BA43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ES"/>
          </a:p>
        </p:txBody>
      </p:sp>
      <p:sp>
        <p:nvSpPr>
          <p:cNvPr id="3" name="Text Placeholder 2">
            <a:extLst>
              <a:ext uri="{FF2B5EF4-FFF2-40B4-BE49-F238E27FC236}">
                <a16:creationId xmlns:a16="http://schemas.microsoft.com/office/drawing/2014/main" id="{B36D8274-3017-4E8A-A56C-26703916D1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E8D712-8201-487E-AB51-1AFF373BD386}"/>
              </a:ext>
            </a:extLst>
          </p:cNvPr>
          <p:cNvSpPr>
            <a:spLocks noGrp="1"/>
          </p:cNvSpPr>
          <p:nvPr>
            <p:ph type="dt" sz="half" idx="10"/>
          </p:nvPr>
        </p:nvSpPr>
        <p:spPr/>
        <p:txBody>
          <a:bodyPr/>
          <a:lstStyle/>
          <a:p>
            <a:fld id="{89ED9881-8D16-46A9-A45E-AC38114682B5}" type="datetimeFigureOut">
              <a:rPr lang="es-ES" smtClean="0"/>
              <a:t>05/02/2020</a:t>
            </a:fld>
            <a:endParaRPr lang="es-ES"/>
          </a:p>
        </p:txBody>
      </p:sp>
      <p:sp>
        <p:nvSpPr>
          <p:cNvPr id="5" name="Footer Placeholder 4">
            <a:extLst>
              <a:ext uri="{FF2B5EF4-FFF2-40B4-BE49-F238E27FC236}">
                <a16:creationId xmlns:a16="http://schemas.microsoft.com/office/drawing/2014/main" id="{CAB4DAEB-02E9-4E2A-88DB-F2F973C64987}"/>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DDD4A58B-099C-4A75-9B83-265321E0AF59}"/>
              </a:ext>
            </a:extLst>
          </p:cNvPr>
          <p:cNvSpPr>
            <a:spLocks noGrp="1"/>
          </p:cNvSpPr>
          <p:nvPr>
            <p:ph type="sldNum" sz="quarter" idx="12"/>
          </p:nvPr>
        </p:nvSpPr>
        <p:spPr/>
        <p:txBody>
          <a:bodyPr/>
          <a:lstStyle/>
          <a:p>
            <a:fld id="{EAD74E36-41F2-4066-BB22-2CE621488A81}" type="slidenum">
              <a:rPr lang="es-ES" smtClean="0"/>
              <a:t>‹#›</a:t>
            </a:fld>
            <a:endParaRPr lang="es-ES"/>
          </a:p>
        </p:txBody>
      </p:sp>
    </p:spTree>
    <p:extLst>
      <p:ext uri="{BB962C8B-B14F-4D97-AF65-F5344CB8AC3E}">
        <p14:creationId xmlns:p14="http://schemas.microsoft.com/office/powerpoint/2010/main" val="814444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DBD13-87CC-4700-BF0F-F8168DA91E06}"/>
              </a:ext>
            </a:extLst>
          </p:cNvPr>
          <p:cNvSpPr>
            <a:spLocks noGrp="1"/>
          </p:cNvSpPr>
          <p:nvPr>
            <p:ph type="title"/>
          </p:nvPr>
        </p:nvSpPr>
        <p:spPr/>
        <p:txBody>
          <a:bodyPr/>
          <a:lstStyle/>
          <a:p>
            <a:r>
              <a:rPr lang="en-US"/>
              <a:t>Click to edit Master title style</a:t>
            </a:r>
            <a:endParaRPr lang="es-ES"/>
          </a:p>
        </p:txBody>
      </p:sp>
      <p:sp>
        <p:nvSpPr>
          <p:cNvPr id="3" name="Content Placeholder 2">
            <a:extLst>
              <a:ext uri="{FF2B5EF4-FFF2-40B4-BE49-F238E27FC236}">
                <a16:creationId xmlns:a16="http://schemas.microsoft.com/office/drawing/2014/main" id="{BAC2F6C2-DB22-4A89-AE7E-A69474DB68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Content Placeholder 3">
            <a:extLst>
              <a:ext uri="{FF2B5EF4-FFF2-40B4-BE49-F238E27FC236}">
                <a16:creationId xmlns:a16="http://schemas.microsoft.com/office/drawing/2014/main" id="{13C88023-9111-4463-9D31-2FE4CB9D1E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5" name="Date Placeholder 4">
            <a:extLst>
              <a:ext uri="{FF2B5EF4-FFF2-40B4-BE49-F238E27FC236}">
                <a16:creationId xmlns:a16="http://schemas.microsoft.com/office/drawing/2014/main" id="{6AB18D71-A573-4ED9-823E-BF5128B41239}"/>
              </a:ext>
            </a:extLst>
          </p:cNvPr>
          <p:cNvSpPr>
            <a:spLocks noGrp="1"/>
          </p:cNvSpPr>
          <p:nvPr>
            <p:ph type="dt" sz="half" idx="10"/>
          </p:nvPr>
        </p:nvSpPr>
        <p:spPr/>
        <p:txBody>
          <a:bodyPr/>
          <a:lstStyle/>
          <a:p>
            <a:fld id="{89ED9881-8D16-46A9-A45E-AC38114682B5}" type="datetimeFigureOut">
              <a:rPr lang="es-ES" smtClean="0"/>
              <a:t>05/02/2020</a:t>
            </a:fld>
            <a:endParaRPr lang="es-ES"/>
          </a:p>
        </p:txBody>
      </p:sp>
      <p:sp>
        <p:nvSpPr>
          <p:cNvPr id="6" name="Footer Placeholder 5">
            <a:extLst>
              <a:ext uri="{FF2B5EF4-FFF2-40B4-BE49-F238E27FC236}">
                <a16:creationId xmlns:a16="http://schemas.microsoft.com/office/drawing/2014/main" id="{AF5F8F8D-FB35-4C47-B6BB-F6555F0E6B6C}"/>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FC1AC72C-25BC-46BC-A18A-4FEDB8FB610F}"/>
              </a:ext>
            </a:extLst>
          </p:cNvPr>
          <p:cNvSpPr>
            <a:spLocks noGrp="1"/>
          </p:cNvSpPr>
          <p:nvPr>
            <p:ph type="sldNum" sz="quarter" idx="12"/>
          </p:nvPr>
        </p:nvSpPr>
        <p:spPr/>
        <p:txBody>
          <a:bodyPr/>
          <a:lstStyle/>
          <a:p>
            <a:fld id="{EAD74E36-41F2-4066-BB22-2CE621488A81}" type="slidenum">
              <a:rPr lang="es-ES" smtClean="0"/>
              <a:t>‹#›</a:t>
            </a:fld>
            <a:endParaRPr lang="es-ES"/>
          </a:p>
        </p:txBody>
      </p:sp>
    </p:spTree>
    <p:extLst>
      <p:ext uri="{BB962C8B-B14F-4D97-AF65-F5344CB8AC3E}">
        <p14:creationId xmlns:p14="http://schemas.microsoft.com/office/powerpoint/2010/main" val="33778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433E5-F381-409D-805F-3F5867D593CC}"/>
              </a:ext>
            </a:extLst>
          </p:cNvPr>
          <p:cNvSpPr>
            <a:spLocks noGrp="1"/>
          </p:cNvSpPr>
          <p:nvPr>
            <p:ph type="title"/>
          </p:nvPr>
        </p:nvSpPr>
        <p:spPr>
          <a:xfrm>
            <a:off x="839788" y="365125"/>
            <a:ext cx="10515600" cy="1325563"/>
          </a:xfrm>
        </p:spPr>
        <p:txBody>
          <a:bodyPr/>
          <a:lstStyle/>
          <a:p>
            <a:r>
              <a:rPr lang="en-US"/>
              <a:t>Click to edit Master title style</a:t>
            </a:r>
            <a:endParaRPr lang="es-ES"/>
          </a:p>
        </p:txBody>
      </p:sp>
      <p:sp>
        <p:nvSpPr>
          <p:cNvPr id="3" name="Text Placeholder 2">
            <a:extLst>
              <a:ext uri="{FF2B5EF4-FFF2-40B4-BE49-F238E27FC236}">
                <a16:creationId xmlns:a16="http://schemas.microsoft.com/office/drawing/2014/main" id="{A0A44667-113F-4E9E-91CE-9568B38ED4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11DF66-778A-4437-8660-AAD4B80550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5" name="Text Placeholder 4">
            <a:extLst>
              <a:ext uri="{FF2B5EF4-FFF2-40B4-BE49-F238E27FC236}">
                <a16:creationId xmlns:a16="http://schemas.microsoft.com/office/drawing/2014/main" id="{B1AF7D96-68E6-4906-B8F1-B19BDB8286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CE9B10-289D-4E0F-A2C0-1AE4FAB7D9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7" name="Date Placeholder 6">
            <a:extLst>
              <a:ext uri="{FF2B5EF4-FFF2-40B4-BE49-F238E27FC236}">
                <a16:creationId xmlns:a16="http://schemas.microsoft.com/office/drawing/2014/main" id="{D0E0D29C-FF38-425D-A5BD-AB2ECD9F30E8}"/>
              </a:ext>
            </a:extLst>
          </p:cNvPr>
          <p:cNvSpPr>
            <a:spLocks noGrp="1"/>
          </p:cNvSpPr>
          <p:nvPr>
            <p:ph type="dt" sz="half" idx="10"/>
          </p:nvPr>
        </p:nvSpPr>
        <p:spPr/>
        <p:txBody>
          <a:bodyPr/>
          <a:lstStyle/>
          <a:p>
            <a:fld id="{89ED9881-8D16-46A9-A45E-AC38114682B5}" type="datetimeFigureOut">
              <a:rPr lang="es-ES" smtClean="0"/>
              <a:t>05/02/2020</a:t>
            </a:fld>
            <a:endParaRPr lang="es-ES"/>
          </a:p>
        </p:txBody>
      </p:sp>
      <p:sp>
        <p:nvSpPr>
          <p:cNvPr id="8" name="Footer Placeholder 7">
            <a:extLst>
              <a:ext uri="{FF2B5EF4-FFF2-40B4-BE49-F238E27FC236}">
                <a16:creationId xmlns:a16="http://schemas.microsoft.com/office/drawing/2014/main" id="{CFD7E19A-EFF9-41B3-B824-4C34F6A9FE82}"/>
              </a:ext>
            </a:extLst>
          </p:cNvPr>
          <p:cNvSpPr>
            <a:spLocks noGrp="1"/>
          </p:cNvSpPr>
          <p:nvPr>
            <p:ph type="ftr" sz="quarter" idx="11"/>
          </p:nvPr>
        </p:nvSpPr>
        <p:spPr/>
        <p:txBody>
          <a:bodyPr/>
          <a:lstStyle/>
          <a:p>
            <a:endParaRPr lang="es-ES"/>
          </a:p>
        </p:txBody>
      </p:sp>
      <p:sp>
        <p:nvSpPr>
          <p:cNvPr id="9" name="Slide Number Placeholder 8">
            <a:extLst>
              <a:ext uri="{FF2B5EF4-FFF2-40B4-BE49-F238E27FC236}">
                <a16:creationId xmlns:a16="http://schemas.microsoft.com/office/drawing/2014/main" id="{210297E9-C276-4709-9910-46464BF7C38C}"/>
              </a:ext>
            </a:extLst>
          </p:cNvPr>
          <p:cNvSpPr>
            <a:spLocks noGrp="1"/>
          </p:cNvSpPr>
          <p:nvPr>
            <p:ph type="sldNum" sz="quarter" idx="12"/>
          </p:nvPr>
        </p:nvSpPr>
        <p:spPr/>
        <p:txBody>
          <a:bodyPr/>
          <a:lstStyle/>
          <a:p>
            <a:fld id="{EAD74E36-41F2-4066-BB22-2CE621488A81}" type="slidenum">
              <a:rPr lang="es-ES" smtClean="0"/>
              <a:t>‹#›</a:t>
            </a:fld>
            <a:endParaRPr lang="es-ES"/>
          </a:p>
        </p:txBody>
      </p:sp>
    </p:spTree>
    <p:extLst>
      <p:ext uri="{BB962C8B-B14F-4D97-AF65-F5344CB8AC3E}">
        <p14:creationId xmlns:p14="http://schemas.microsoft.com/office/powerpoint/2010/main" val="3438379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E4924-D72F-4EA1-9076-7C1B16D77476}"/>
              </a:ext>
            </a:extLst>
          </p:cNvPr>
          <p:cNvSpPr>
            <a:spLocks noGrp="1"/>
          </p:cNvSpPr>
          <p:nvPr>
            <p:ph type="title"/>
          </p:nvPr>
        </p:nvSpPr>
        <p:spPr/>
        <p:txBody>
          <a:bodyPr/>
          <a:lstStyle/>
          <a:p>
            <a:r>
              <a:rPr lang="en-US"/>
              <a:t>Click to edit Master title style</a:t>
            </a:r>
            <a:endParaRPr lang="es-ES"/>
          </a:p>
        </p:txBody>
      </p:sp>
      <p:sp>
        <p:nvSpPr>
          <p:cNvPr id="3" name="Date Placeholder 2">
            <a:extLst>
              <a:ext uri="{FF2B5EF4-FFF2-40B4-BE49-F238E27FC236}">
                <a16:creationId xmlns:a16="http://schemas.microsoft.com/office/drawing/2014/main" id="{1A17766D-73C3-402E-8D23-9F00691CCD7F}"/>
              </a:ext>
            </a:extLst>
          </p:cNvPr>
          <p:cNvSpPr>
            <a:spLocks noGrp="1"/>
          </p:cNvSpPr>
          <p:nvPr>
            <p:ph type="dt" sz="half" idx="10"/>
          </p:nvPr>
        </p:nvSpPr>
        <p:spPr/>
        <p:txBody>
          <a:bodyPr/>
          <a:lstStyle/>
          <a:p>
            <a:fld id="{89ED9881-8D16-46A9-A45E-AC38114682B5}" type="datetimeFigureOut">
              <a:rPr lang="es-ES" smtClean="0"/>
              <a:t>05/02/2020</a:t>
            </a:fld>
            <a:endParaRPr lang="es-ES"/>
          </a:p>
        </p:txBody>
      </p:sp>
      <p:sp>
        <p:nvSpPr>
          <p:cNvPr id="4" name="Footer Placeholder 3">
            <a:extLst>
              <a:ext uri="{FF2B5EF4-FFF2-40B4-BE49-F238E27FC236}">
                <a16:creationId xmlns:a16="http://schemas.microsoft.com/office/drawing/2014/main" id="{E1BBDB59-20CF-4A0A-947D-9BBE11A9C432}"/>
              </a:ext>
            </a:extLst>
          </p:cNvPr>
          <p:cNvSpPr>
            <a:spLocks noGrp="1"/>
          </p:cNvSpPr>
          <p:nvPr>
            <p:ph type="ftr" sz="quarter" idx="11"/>
          </p:nvPr>
        </p:nvSpPr>
        <p:spPr/>
        <p:txBody>
          <a:bodyPr/>
          <a:lstStyle/>
          <a:p>
            <a:endParaRPr lang="es-ES"/>
          </a:p>
        </p:txBody>
      </p:sp>
      <p:sp>
        <p:nvSpPr>
          <p:cNvPr id="5" name="Slide Number Placeholder 4">
            <a:extLst>
              <a:ext uri="{FF2B5EF4-FFF2-40B4-BE49-F238E27FC236}">
                <a16:creationId xmlns:a16="http://schemas.microsoft.com/office/drawing/2014/main" id="{9DC88A2A-5E86-4FAE-AD1B-DC633522CAF8}"/>
              </a:ext>
            </a:extLst>
          </p:cNvPr>
          <p:cNvSpPr>
            <a:spLocks noGrp="1"/>
          </p:cNvSpPr>
          <p:nvPr>
            <p:ph type="sldNum" sz="quarter" idx="12"/>
          </p:nvPr>
        </p:nvSpPr>
        <p:spPr/>
        <p:txBody>
          <a:bodyPr/>
          <a:lstStyle/>
          <a:p>
            <a:fld id="{EAD74E36-41F2-4066-BB22-2CE621488A81}" type="slidenum">
              <a:rPr lang="es-ES" smtClean="0"/>
              <a:t>‹#›</a:t>
            </a:fld>
            <a:endParaRPr lang="es-ES"/>
          </a:p>
        </p:txBody>
      </p:sp>
    </p:spTree>
    <p:extLst>
      <p:ext uri="{BB962C8B-B14F-4D97-AF65-F5344CB8AC3E}">
        <p14:creationId xmlns:p14="http://schemas.microsoft.com/office/powerpoint/2010/main" val="3453240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31A3F5-06FF-4FD5-A3CD-E280A196DCDC}"/>
              </a:ext>
            </a:extLst>
          </p:cNvPr>
          <p:cNvSpPr>
            <a:spLocks noGrp="1"/>
          </p:cNvSpPr>
          <p:nvPr>
            <p:ph type="dt" sz="half" idx="10"/>
          </p:nvPr>
        </p:nvSpPr>
        <p:spPr/>
        <p:txBody>
          <a:bodyPr/>
          <a:lstStyle/>
          <a:p>
            <a:fld id="{89ED9881-8D16-46A9-A45E-AC38114682B5}" type="datetimeFigureOut">
              <a:rPr lang="es-ES" smtClean="0"/>
              <a:t>05/02/2020</a:t>
            </a:fld>
            <a:endParaRPr lang="es-ES"/>
          </a:p>
        </p:txBody>
      </p:sp>
      <p:sp>
        <p:nvSpPr>
          <p:cNvPr id="3" name="Footer Placeholder 2">
            <a:extLst>
              <a:ext uri="{FF2B5EF4-FFF2-40B4-BE49-F238E27FC236}">
                <a16:creationId xmlns:a16="http://schemas.microsoft.com/office/drawing/2014/main" id="{D9384708-4814-4197-B638-9E13ABD8362B}"/>
              </a:ext>
            </a:extLst>
          </p:cNvPr>
          <p:cNvSpPr>
            <a:spLocks noGrp="1"/>
          </p:cNvSpPr>
          <p:nvPr>
            <p:ph type="ftr" sz="quarter" idx="11"/>
          </p:nvPr>
        </p:nvSpPr>
        <p:spPr/>
        <p:txBody>
          <a:bodyPr/>
          <a:lstStyle/>
          <a:p>
            <a:endParaRPr lang="es-ES"/>
          </a:p>
        </p:txBody>
      </p:sp>
      <p:sp>
        <p:nvSpPr>
          <p:cNvPr id="4" name="Slide Number Placeholder 3">
            <a:extLst>
              <a:ext uri="{FF2B5EF4-FFF2-40B4-BE49-F238E27FC236}">
                <a16:creationId xmlns:a16="http://schemas.microsoft.com/office/drawing/2014/main" id="{CCAE93F8-757C-48F9-986D-ACCC6174C973}"/>
              </a:ext>
            </a:extLst>
          </p:cNvPr>
          <p:cNvSpPr>
            <a:spLocks noGrp="1"/>
          </p:cNvSpPr>
          <p:nvPr>
            <p:ph type="sldNum" sz="quarter" idx="12"/>
          </p:nvPr>
        </p:nvSpPr>
        <p:spPr/>
        <p:txBody>
          <a:bodyPr/>
          <a:lstStyle/>
          <a:p>
            <a:fld id="{EAD74E36-41F2-4066-BB22-2CE621488A81}" type="slidenum">
              <a:rPr lang="es-ES" smtClean="0"/>
              <a:t>‹#›</a:t>
            </a:fld>
            <a:endParaRPr lang="es-ES"/>
          </a:p>
        </p:txBody>
      </p:sp>
    </p:spTree>
    <p:extLst>
      <p:ext uri="{BB962C8B-B14F-4D97-AF65-F5344CB8AC3E}">
        <p14:creationId xmlns:p14="http://schemas.microsoft.com/office/powerpoint/2010/main" val="1990113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50DC1-5009-4505-B0C2-B40BC57618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
          </a:p>
        </p:txBody>
      </p:sp>
      <p:sp>
        <p:nvSpPr>
          <p:cNvPr id="3" name="Content Placeholder 2">
            <a:extLst>
              <a:ext uri="{FF2B5EF4-FFF2-40B4-BE49-F238E27FC236}">
                <a16:creationId xmlns:a16="http://schemas.microsoft.com/office/drawing/2014/main" id="{116F7330-3322-4A54-A4B3-790ED7E5C4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Text Placeholder 3">
            <a:extLst>
              <a:ext uri="{FF2B5EF4-FFF2-40B4-BE49-F238E27FC236}">
                <a16:creationId xmlns:a16="http://schemas.microsoft.com/office/drawing/2014/main" id="{A26B4AB2-F157-41BE-8409-9CADE83C85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33C41E-9E94-4D50-BA37-D528EED0052F}"/>
              </a:ext>
            </a:extLst>
          </p:cNvPr>
          <p:cNvSpPr>
            <a:spLocks noGrp="1"/>
          </p:cNvSpPr>
          <p:nvPr>
            <p:ph type="dt" sz="half" idx="10"/>
          </p:nvPr>
        </p:nvSpPr>
        <p:spPr/>
        <p:txBody>
          <a:bodyPr/>
          <a:lstStyle/>
          <a:p>
            <a:fld id="{89ED9881-8D16-46A9-A45E-AC38114682B5}" type="datetimeFigureOut">
              <a:rPr lang="es-ES" smtClean="0"/>
              <a:t>05/02/2020</a:t>
            </a:fld>
            <a:endParaRPr lang="es-ES"/>
          </a:p>
        </p:txBody>
      </p:sp>
      <p:sp>
        <p:nvSpPr>
          <p:cNvPr id="6" name="Footer Placeholder 5">
            <a:extLst>
              <a:ext uri="{FF2B5EF4-FFF2-40B4-BE49-F238E27FC236}">
                <a16:creationId xmlns:a16="http://schemas.microsoft.com/office/drawing/2014/main" id="{1107F94E-E0BA-47DE-9D91-643104DE1CAB}"/>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04C66C43-C630-4855-82E2-32F535A7921D}"/>
              </a:ext>
            </a:extLst>
          </p:cNvPr>
          <p:cNvSpPr>
            <a:spLocks noGrp="1"/>
          </p:cNvSpPr>
          <p:nvPr>
            <p:ph type="sldNum" sz="quarter" idx="12"/>
          </p:nvPr>
        </p:nvSpPr>
        <p:spPr/>
        <p:txBody>
          <a:bodyPr/>
          <a:lstStyle/>
          <a:p>
            <a:fld id="{EAD74E36-41F2-4066-BB22-2CE621488A81}" type="slidenum">
              <a:rPr lang="es-ES" smtClean="0"/>
              <a:t>‹#›</a:t>
            </a:fld>
            <a:endParaRPr lang="es-ES"/>
          </a:p>
        </p:txBody>
      </p:sp>
    </p:spTree>
    <p:extLst>
      <p:ext uri="{BB962C8B-B14F-4D97-AF65-F5344CB8AC3E}">
        <p14:creationId xmlns:p14="http://schemas.microsoft.com/office/powerpoint/2010/main" val="40311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47F4B-F74C-45A0-98DF-DEC4430634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
          </a:p>
        </p:txBody>
      </p:sp>
      <p:sp>
        <p:nvSpPr>
          <p:cNvPr id="3" name="Picture Placeholder 2">
            <a:extLst>
              <a:ext uri="{FF2B5EF4-FFF2-40B4-BE49-F238E27FC236}">
                <a16:creationId xmlns:a16="http://schemas.microsoft.com/office/drawing/2014/main" id="{7218B8AC-3975-4AE7-B648-68ECD4ADF4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Text Placeholder 3">
            <a:extLst>
              <a:ext uri="{FF2B5EF4-FFF2-40B4-BE49-F238E27FC236}">
                <a16:creationId xmlns:a16="http://schemas.microsoft.com/office/drawing/2014/main" id="{3844673C-214D-4B7B-B798-15F9276BB0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6E25F4-3345-4339-BCA5-A060E2F0853B}"/>
              </a:ext>
            </a:extLst>
          </p:cNvPr>
          <p:cNvSpPr>
            <a:spLocks noGrp="1"/>
          </p:cNvSpPr>
          <p:nvPr>
            <p:ph type="dt" sz="half" idx="10"/>
          </p:nvPr>
        </p:nvSpPr>
        <p:spPr/>
        <p:txBody>
          <a:bodyPr/>
          <a:lstStyle/>
          <a:p>
            <a:fld id="{89ED9881-8D16-46A9-A45E-AC38114682B5}" type="datetimeFigureOut">
              <a:rPr lang="es-ES" smtClean="0"/>
              <a:t>05/02/2020</a:t>
            </a:fld>
            <a:endParaRPr lang="es-ES"/>
          </a:p>
        </p:txBody>
      </p:sp>
      <p:sp>
        <p:nvSpPr>
          <p:cNvPr id="6" name="Footer Placeholder 5">
            <a:extLst>
              <a:ext uri="{FF2B5EF4-FFF2-40B4-BE49-F238E27FC236}">
                <a16:creationId xmlns:a16="http://schemas.microsoft.com/office/drawing/2014/main" id="{7A85D014-5F92-4C17-B937-43616E559CC9}"/>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8C6B9BEC-78BF-4E01-9BC4-18F55E139316}"/>
              </a:ext>
            </a:extLst>
          </p:cNvPr>
          <p:cNvSpPr>
            <a:spLocks noGrp="1"/>
          </p:cNvSpPr>
          <p:nvPr>
            <p:ph type="sldNum" sz="quarter" idx="12"/>
          </p:nvPr>
        </p:nvSpPr>
        <p:spPr/>
        <p:txBody>
          <a:bodyPr/>
          <a:lstStyle/>
          <a:p>
            <a:fld id="{EAD74E36-41F2-4066-BB22-2CE621488A81}" type="slidenum">
              <a:rPr lang="es-ES" smtClean="0"/>
              <a:t>‹#›</a:t>
            </a:fld>
            <a:endParaRPr lang="es-ES"/>
          </a:p>
        </p:txBody>
      </p:sp>
    </p:spTree>
    <p:extLst>
      <p:ext uri="{BB962C8B-B14F-4D97-AF65-F5344CB8AC3E}">
        <p14:creationId xmlns:p14="http://schemas.microsoft.com/office/powerpoint/2010/main" val="3625106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D95F4-41E4-4F7B-BDCB-D6AEFA6A6738}"/>
              </a:ext>
            </a:extLst>
          </p:cNvPr>
          <p:cNvSpPr>
            <a:spLocks noGrp="1"/>
          </p:cNvSpPr>
          <p:nvPr>
            <p:ph type="title"/>
          </p:nvPr>
        </p:nvSpPr>
        <p:spPr/>
        <p:txBody>
          <a:bodyPr/>
          <a:lstStyle/>
          <a:p>
            <a:r>
              <a:rPr lang="en-US"/>
              <a:t>Click to edit Master title style</a:t>
            </a:r>
            <a:endParaRPr lang="es-ES"/>
          </a:p>
        </p:txBody>
      </p:sp>
      <p:sp>
        <p:nvSpPr>
          <p:cNvPr id="3" name="Vertical Text Placeholder 2">
            <a:extLst>
              <a:ext uri="{FF2B5EF4-FFF2-40B4-BE49-F238E27FC236}">
                <a16:creationId xmlns:a16="http://schemas.microsoft.com/office/drawing/2014/main" id="{9DEF6E52-1528-4D8D-B24E-2BEA33AA3B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B7B38C49-80EE-488E-9F05-830C1F712798}"/>
              </a:ext>
            </a:extLst>
          </p:cNvPr>
          <p:cNvSpPr>
            <a:spLocks noGrp="1"/>
          </p:cNvSpPr>
          <p:nvPr>
            <p:ph type="dt" sz="half" idx="10"/>
          </p:nvPr>
        </p:nvSpPr>
        <p:spPr/>
        <p:txBody>
          <a:bodyPr/>
          <a:lstStyle/>
          <a:p>
            <a:fld id="{89ED9881-8D16-46A9-A45E-AC38114682B5}" type="datetimeFigureOut">
              <a:rPr lang="es-ES" smtClean="0"/>
              <a:t>05/02/2020</a:t>
            </a:fld>
            <a:endParaRPr lang="es-ES"/>
          </a:p>
        </p:txBody>
      </p:sp>
      <p:sp>
        <p:nvSpPr>
          <p:cNvPr id="5" name="Footer Placeholder 4">
            <a:extLst>
              <a:ext uri="{FF2B5EF4-FFF2-40B4-BE49-F238E27FC236}">
                <a16:creationId xmlns:a16="http://schemas.microsoft.com/office/drawing/2014/main" id="{8A12A35D-4486-43AA-A70A-F49D8A1B014B}"/>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08BD4DDE-2265-4C55-9DFB-261817C632D4}"/>
              </a:ext>
            </a:extLst>
          </p:cNvPr>
          <p:cNvSpPr>
            <a:spLocks noGrp="1"/>
          </p:cNvSpPr>
          <p:nvPr>
            <p:ph type="sldNum" sz="quarter" idx="12"/>
          </p:nvPr>
        </p:nvSpPr>
        <p:spPr/>
        <p:txBody>
          <a:bodyPr/>
          <a:lstStyle/>
          <a:p>
            <a:fld id="{EAD74E36-41F2-4066-BB22-2CE621488A81}" type="slidenum">
              <a:rPr lang="es-ES" smtClean="0"/>
              <a:t>‹#›</a:t>
            </a:fld>
            <a:endParaRPr lang="es-ES"/>
          </a:p>
        </p:txBody>
      </p:sp>
    </p:spTree>
    <p:extLst>
      <p:ext uri="{BB962C8B-B14F-4D97-AF65-F5344CB8AC3E}">
        <p14:creationId xmlns:p14="http://schemas.microsoft.com/office/powerpoint/2010/main" val="3660284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9DC07F-32F7-47FB-BACD-CA3A564BD40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ES"/>
          </a:p>
        </p:txBody>
      </p:sp>
      <p:sp>
        <p:nvSpPr>
          <p:cNvPr id="3" name="Vertical Text Placeholder 2">
            <a:extLst>
              <a:ext uri="{FF2B5EF4-FFF2-40B4-BE49-F238E27FC236}">
                <a16:creationId xmlns:a16="http://schemas.microsoft.com/office/drawing/2014/main" id="{62CC8F03-EDD4-45C8-A60B-4EC91F0473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C3D48305-E9D9-48FD-A8A1-10E1FEF37717}"/>
              </a:ext>
            </a:extLst>
          </p:cNvPr>
          <p:cNvSpPr>
            <a:spLocks noGrp="1"/>
          </p:cNvSpPr>
          <p:nvPr>
            <p:ph type="dt" sz="half" idx="10"/>
          </p:nvPr>
        </p:nvSpPr>
        <p:spPr/>
        <p:txBody>
          <a:bodyPr/>
          <a:lstStyle/>
          <a:p>
            <a:fld id="{89ED9881-8D16-46A9-A45E-AC38114682B5}" type="datetimeFigureOut">
              <a:rPr lang="es-ES" smtClean="0"/>
              <a:t>05/02/2020</a:t>
            </a:fld>
            <a:endParaRPr lang="es-ES"/>
          </a:p>
        </p:txBody>
      </p:sp>
      <p:sp>
        <p:nvSpPr>
          <p:cNvPr id="5" name="Footer Placeholder 4">
            <a:extLst>
              <a:ext uri="{FF2B5EF4-FFF2-40B4-BE49-F238E27FC236}">
                <a16:creationId xmlns:a16="http://schemas.microsoft.com/office/drawing/2014/main" id="{29035260-2EC7-4447-9777-670A1736CE7E}"/>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862A12D0-7B51-4DCC-B2B2-0247ADD8DD4B}"/>
              </a:ext>
            </a:extLst>
          </p:cNvPr>
          <p:cNvSpPr>
            <a:spLocks noGrp="1"/>
          </p:cNvSpPr>
          <p:nvPr>
            <p:ph type="sldNum" sz="quarter" idx="12"/>
          </p:nvPr>
        </p:nvSpPr>
        <p:spPr/>
        <p:txBody>
          <a:bodyPr/>
          <a:lstStyle/>
          <a:p>
            <a:fld id="{EAD74E36-41F2-4066-BB22-2CE621488A81}" type="slidenum">
              <a:rPr lang="es-ES" smtClean="0"/>
              <a:t>‹#›</a:t>
            </a:fld>
            <a:endParaRPr lang="es-ES"/>
          </a:p>
        </p:txBody>
      </p:sp>
    </p:spTree>
    <p:extLst>
      <p:ext uri="{BB962C8B-B14F-4D97-AF65-F5344CB8AC3E}">
        <p14:creationId xmlns:p14="http://schemas.microsoft.com/office/powerpoint/2010/main" val="835120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775A63-8912-4C2C-A590-3E587CA93F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ES"/>
          </a:p>
        </p:txBody>
      </p:sp>
      <p:sp>
        <p:nvSpPr>
          <p:cNvPr id="3" name="Text Placeholder 2">
            <a:extLst>
              <a:ext uri="{FF2B5EF4-FFF2-40B4-BE49-F238E27FC236}">
                <a16:creationId xmlns:a16="http://schemas.microsoft.com/office/drawing/2014/main" id="{5BB7F51F-6AA8-4A8E-90B0-5E0616695B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4D9AC960-B835-413D-AD64-0AD6CEC239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ED9881-8D16-46A9-A45E-AC38114682B5}" type="datetimeFigureOut">
              <a:rPr lang="es-ES" smtClean="0"/>
              <a:t>05/02/2020</a:t>
            </a:fld>
            <a:endParaRPr lang="es-ES"/>
          </a:p>
        </p:txBody>
      </p:sp>
      <p:sp>
        <p:nvSpPr>
          <p:cNvPr id="5" name="Footer Placeholder 4">
            <a:extLst>
              <a:ext uri="{FF2B5EF4-FFF2-40B4-BE49-F238E27FC236}">
                <a16:creationId xmlns:a16="http://schemas.microsoft.com/office/drawing/2014/main" id="{67565406-3ABF-420A-9336-7B1BB013A3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Slide Number Placeholder 5">
            <a:extLst>
              <a:ext uri="{FF2B5EF4-FFF2-40B4-BE49-F238E27FC236}">
                <a16:creationId xmlns:a16="http://schemas.microsoft.com/office/drawing/2014/main" id="{3C0F3BBC-7946-4A57-862F-B9BFF562B4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D74E36-41F2-4066-BB22-2CE621488A81}" type="slidenum">
              <a:rPr lang="es-ES" smtClean="0"/>
              <a:t>‹#›</a:t>
            </a:fld>
            <a:endParaRPr lang="es-ES"/>
          </a:p>
        </p:txBody>
      </p:sp>
    </p:spTree>
    <p:extLst>
      <p:ext uri="{BB962C8B-B14F-4D97-AF65-F5344CB8AC3E}">
        <p14:creationId xmlns:p14="http://schemas.microsoft.com/office/powerpoint/2010/main" val="4284094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es.wikipedia.org/wiki/Programaci%C3%B3n_imperativa" TargetMode="External"/><Relationship Id="rId2" Type="http://schemas.openxmlformats.org/officeDocument/2006/relationships/hyperlink" Target="https://es.wikipedia.org/wiki/Programaci%C3%B3n_funcional" TargetMode="External"/><Relationship Id="rId1" Type="http://schemas.openxmlformats.org/officeDocument/2006/relationships/slideLayout" Target="../slideLayouts/slideLayout2.xml"/><Relationship Id="rId4" Type="http://schemas.openxmlformats.org/officeDocument/2006/relationships/hyperlink" Target="https://es.wikipedia.org/wiki/Programaci%C3%B3n_orientada_a_objetos"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blog.desdelinux.net/ciencia-de-datos-con-python/"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0464E-9EC2-4782-977F-EDE136538BF0}"/>
              </a:ext>
            </a:extLst>
          </p:cNvPr>
          <p:cNvSpPr>
            <a:spLocks noGrp="1"/>
          </p:cNvSpPr>
          <p:nvPr>
            <p:ph type="ctrTitle"/>
          </p:nvPr>
        </p:nvSpPr>
        <p:spPr>
          <a:xfrm>
            <a:off x="1524000" y="1122363"/>
            <a:ext cx="9144000" cy="2387600"/>
          </a:xfrm>
        </p:spPr>
        <p:txBody>
          <a:bodyPr/>
          <a:lstStyle/>
          <a:p>
            <a:r>
              <a:rPr lang="es-ES"/>
              <a:t>Python</a:t>
            </a:r>
            <a:endParaRPr lang="es-ES" dirty="0"/>
          </a:p>
        </p:txBody>
      </p:sp>
      <p:sp>
        <p:nvSpPr>
          <p:cNvPr id="3" name="Subtitle 2">
            <a:extLst>
              <a:ext uri="{FF2B5EF4-FFF2-40B4-BE49-F238E27FC236}">
                <a16:creationId xmlns:a16="http://schemas.microsoft.com/office/drawing/2014/main" id="{8D64448B-EE0A-4F90-B9EA-9A1689B92959}"/>
              </a:ext>
            </a:extLst>
          </p:cNvPr>
          <p:cNvSpPr>
            <a:spLocks noGrp="1"/>
          </p:cNvSpPr>
          <p:nvPr>
            <p:ph type="subTitle" idx="1"/>
          </p:nvPr>
        </p:nvSpPr>
        <p:spPr>
          <a:xfrm>
            <a:off x="1524000" y="3602038"/>
            <a:ext cx="9144000" cy="1655762"/>
          </a:xfrm>
        </p:spPr>
        <p:txBody>
          <a:bodyPr/>
          <a:lstStyle/>
          <a:p>
            <a:r>
              <a:rPr lang="es-ES"/>
              <a:t>Curso Avanzado de Python</a:t>
            </a:r>
            <a:endParaRPr lang="es-ES" dirty="0"/>
          </a:p>
        </p:txBody>
      </p:sp>
    </p:spTree>
    <p:extLst>
      <p:ext uri="{BB962C8B-B14F-4D97-AF65-F5344CB8AC3E}">
        <p14:creationId xmlns:p14="http://schemas.microsoft.com/office/powerpoint/2010/main" val="3320634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9F-34C5-409D-A26C-A1C031CEBC2D}"/>
              </a:ext>
            </a:extLst>
          </p:cNvPr>
          <p:cNvSpPr>
            <a:spLocks noGrp="1"/>
          </p:cNvSpPr>
          <p:nvPr>
            <p:ph type="title"/>
          </p:nvPr>
        </p:nvSpPr>
        <p:spPr>
          <a:xfrm>
            <a:off x="838200" y="365125"/>
            <a:ext cx="10515600" cy="1325563"/>
          </a:xfrm>
        </p:spPr>
        <p:txBody>
          <a:bodyPr/>
          <a:lstStyle/>
          <a:p>
            <a:r>
              <a:rPr lang="es-ES"/>
              <a:t>Bloques</a:t>
            </a:r>
            <a:endParaRPr lang="es-ES" dirty="0"/>
          </a:p>
        </p:txBody>
      </p:sp>
      <p:sp>
        <p:nvSpPr>
          <p:cNvPr id="3" name="Content Placeholder 2">
            <a:extLst>
              <a:ext uri="{FF2B5EF4-FFF2-40B4-BE49-F238E27FC236}">
                <a16:creationId xmlns:a16="http://schemas.microsoft.com/office/drawing/2014/main" id="{A2BE7DCF-CA99-4B32-A211-FEDD6F70A67D}"/>
              </a:ext>
            </a:extLst>
          </p:cNvPr>
          <p:cNvSpPr>
            <a:spLocks noGrp="1"/>
          </p:cNvSpPr>
          <p:nvPr>
            <p:ph idx="1"/>
          </p:nvPr>
        </p:nvSpPr>
        <p:spPr/>
        <p:txBody>
          <a:bodyPr/>
          <a:lstStyle/>
          <a:p>
            <a:pPr marL="514350" indent="-514350">
              <a:buFont typeface="+mj-lt"/>
              <a:buAutoNum type="arabicPeriod"/>
            </a:pPr>
            <a:r>
              <a:rPr lang="es-ES" dirty="0"/>
              <a:t>Presentación del curso</a:t>
            </a:r>
          </a:p>
          <a:p>
            <a:pPr marL="514350" indent="-514350">
              <a:buFont typeface="+mj-lt"/>
              <a:buAutoNum type="arabicPeriod"/>
            </a:pPr>
            <a:r>
              <a:rPr lang="es-ES" dirty="0"/>
              <a:t>El entorno de aprendizaje</a:t>
            </a:r>
          </a:p>
          <a:p>
            <a:pPr marL="514350" indent="-514350">
              <a:buFont typeface="+mj-lt"/>
              <a:buAutoNum type="arabicPeriod"/>
            </a:pPr>
            <a:r>
              <a:rPr lang="es-ES" dirty="0"/>
              <a:t>Fundamentos de la programación</a:t>
            </a:r>
          </a:p>
          <a:p>
            <a:pPr marL="514350" indent="-514350">
              <a:buFont typeface="+mj-lt"/>
              <a:buAutoNum type="arabicPeriod"/>
            </a:pPr>
            <a:r>
              <a:rPr lang="es-ES" dirty="0"/>
              <a:t>Optimización y manejo de datos</a:t>
            </a:r>
          </a:p>
          <a:p>
            <a:pPr marL="514350" indent="-514350">
              <a:buFont typeface="+mj-lt"/>
              <a:buAutoNum type="arabicPeriod"/>
            </a:pPr>
            <a:r>
              <a:rPr lang="es-ES" dirty="0"/>
              <a:t>Programación Orientada a Objetos</a:t>
            </a:r>
          </a:p>
          <a:p>
            <a:pPr marL="514350" indent="-514350">
              <a:buFont typeface="+mj-lt"/>
              <a:buAutoNum type="arabicPeriod"/>
            </a:pPr>
            <a:r>
              <a:rPr lang="es-ES" dirty="0"/>
              <a:t>Temas Avanzados</a:t>
            </a:r>
          </a:p>
          <a:p>
            <a:pPr marL="514350" indent="-514350">
              <a:buFont typeface="+mj-lt"/>
              <a:buAutoNum type="arabicPeriod"/>
            </a:pPr>
            <a:r>
              <a:rPr lang="es-ES" dirty="0"/>
              <a:t>Python para ciencia de datos</a:t>
            </a:r>
          </a:p>
          <a:p>
            <a:pPr marL="0" indent="0">
              <a:buNone/>
            </a:pPr>
            <a:endParaRPr lang="es-ES" dirty="0"/>
          </a:p>
        </p:txBody>
      </p:sp>
    </p:spTree>
    <p:extLst>
      <p:ext uri="{BB962C8B-B14F-4D97-AF65-F5344CB8AC3E}">
        <p14:creationId xmlns:p14="http://schemas.microsoft.com/office/powerpoint/2010/main" val="703935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FE86F-C4F6-44B1-A482-953FBCFF572D}"/>
              </a:ext>
            </a:extLst>
          </p:cNvPr>
          <p:cNvSpPr>
            <a:spLocks noGrp="1"/>
          </p:cNvSpPr>
          <p:nvPr>
            <p:ph type="title"/>
          </p:nvPr>
        </p:nvSpPr>
        <p:spPr/>
        <p:txBody>
          <a:bodyPr/>
          <a:lstStyle/>
          <a:p>
            <a:r>
              <a:rPr lang="es-ES" dirty="0"/>
              <a:t>Presentación del curso</a:t>
            </a:r>
          </a:p>
        </p:txBody>
      </p:sp>
      <p:sp>
        <p:nvSpPr>
          <p:cNvPr id="3" name="Content Placeholder 2">
            <a:extLst>
              <a:ext uri="{FF2B5EF4-FFF2-40B4-BE49-F238E27FC236}">
                <a16:creationId xmlns:a16="http://schemas.microsoft.com/office/drawing/2014/main" id="{09F24BDB-5FEA-45BA-A9A6-327558157FBE}"/>
              </a:ext>
            </a:extLst>
          </p:cNvPr>
          <p:cNvSpPr>
            <a:spLocks noGrp="1"/>
          </p:cNvSpPr>
          <p:nvPr>
            <p:ph idx="1"/>
          </p:nvPr>
        </p:nvSpPr>
        <p:spPr/>
        <p:txBody>
          <a:bodyPr/>
          <a:lstStyle/>
          <a:p>
            <a:r>
              <a:rPr lang="es-ES" dirty="0"/>
              <a:t>El lenguaje Python</a:t>
            </a:r>
          </a:p>
          <a:p>
            <a:r>
              <a:rPr lang="es-ES" dirty="0"/>
              <a:t>Objetivos del curso</a:t>
            </a:r>
          </a:p>
          <a:p>
            <a:r>
              <a:rPr lang="es-ES" dirty="0"/>
              <a:t>Fases del curso</a:t>
            </a:r>
          </a:p>
        </p:txBody>
      </p:sp>
    </p:spTree>
    <p:extLst>
      <p:ext uri="{BB962C8B-B14F-4D97-AF65-F5344CB8AC3E}">
        <p14:creationId xmlns:p14="http://schemas.microsoft.com/office/powerpoint/2010/main" val="100800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FA42D-AA03-447B-80F4-482753C96A9E}"/>
              </a:ext>
            </a:extLst>
          </p:cNvPr>
          <p:cNvSpPr>
            <a:spLocks noGrp="1"/>
          </p:cNvSpPr>
          <p:nvPr>
            <p:ph type="title"/>
          </p:nvPr>
        </p:nvSpPr>
        <p:spPr>
          <a:xfrm>
            <a:off x="838200" y="365125"/>
            <a:ext cx="10515600" cy="1325563"/>
          </a:xfrm>
        </p:spPr>
        <p:txBody>
          <a:bodyPr/>
          <a:lstStyle/>
          <a:p>
            <a:r>
              <a:rPr lang="es-ES" dirty="0"/>
              <a:t>El Lenguaje Python – Los orígenes	</a:t>
            </a:r>
          </a:p>
        </p:txBody>
      </p:sp>
      <p:sp>
        <p:nvSpPr>
          <p:cNvPr id="3" name="Content Placeholder 2">
            <a:extLst>
              <a:ext uri="{FF2B5EF4-FFF2-40B4-BE49-F238E27FC236}">
                <a16:creationId xmlns:a16="http://schemas.microsoft.com/office/drawing/2014/main" id="{7E96DE02-3741-4CE8-8749-317E7A31F778}"/>
              </a:ext>
            </a:extLst>
          </p:cNvPr>
          <p:cNvSpPr>
            <a:spLocks noGrp="1"/>
          </p:cNvSpPr>
          <p:nvPr>
            <p:ph idx="1"/>
          </p:nvPr>
        </p:nvSpPr>
        <p:spPr>
          <a:xfrm>
            <a:off x="838200" y="1825625"/>
            <a:ext cx="10515600" cy="1213666"/>
          </a:xfrm>
        </p:spPr>
        <p:txBody>
          <a:bodyPr>
            <a:normAutofit fontScale="92500" lnSpcReduction="20000"/>
          </a:bodyPr>
          <a:lstStyle/>
          <a:p>
            <a:pPr marL="0" indent="0">
              <a:buNone/>
            </a:pPr>
            <a:r>
              <a:rPr lang="es-ES" dirty="0"/>
              <a:t>A finales de los años 90 el holandés Guido Van Rossum crea Python. </a:t>
            </a:r>
          </a:p>
          <a:p>
            <a:pPr marL="0" indent="0">
              <a:buNone/>
            </a:pPr>
            <a:endParaRPr lang="es-ES" dirty="0"/>
          </a:p>
          <a:p>
            <a:pPr marL="0" indent="0">
              <a:buNone/>
            </a:pPr>
            <a:r>
              <a:rPr lang="es-ES" dirty="0"/>
              <a:t>El nombre viene del grupo humorístico británico de los Monty Python</a:t>
            </a:r>
          </a:p>
        </p:txBody>
      </p:sp>
      <p:pic>
        <p:nvPicPr>
          <p:cNvPr id="5" name="Picture 4">
            <a:extLst>
              <a:ext uri="{FF2B5EF4-FFF2-40B4-BE49-F238E27FC236}">
                <a16:creationId xmlns:a16="http://schemas.microsoft.com/office/drawing/2014/main" id="{AF867C9A-2DC2-40BF-A897-27FF3E3D5E45}"/>
              </a:ext>
            </a:extLst>
          </p:cNvPr>
          <p:cNvPicPr>
            <a:picLocks noChangeAspect="1"/>
          </p:cNvPicPr>
          <p:nvPr/>
        </p:nvPicPr>
        <p:blipFill>
          <a:blip r:embed="rId2"/>
          <a:stretch>
            <a:fillRect/>
          </a:stretch>
        </p:blipFill>
        <p:spPr>
          <a:xfrm>
            <a:off x="7324725" y="3300412"/>
            <a:ext cx="2800350" cy="1628775"/>
          </a:xfrm>
          <a:prstGeom prst="rect">
            <a:avLst/>
          </a:prstGeom>
        </p:spPr>
      </p:pic>
      <p:pic>
        <p:nvPicPr>
          <p:cNvPr id="6" name="Picture 5">
            <a:extLst>
              <a:ext uri="{FF2B5EF4-FFF2-40B4-BE49-F238E27FC236}">
                <a16:creationId xmlns:a16="http://schemas.microsoft.com/office/drawing/2014/main" id="{36BA04A3-7475-43BC-99B8-4652E2AF7552}"/>
              </a:ext>
            </a:extLst>
          </p:cNvPr>
          <p:cNvPicPr>
            <a:picLocks noChangeAspect="1"/>
          </p:cNvPicPr>
          <p:nvPr/>
        </p:nvPicPr>
        <p:blipFill>
          <a:blip r:embed="rId3"/>
          <a:stretch>
            <a:fillRect/>
          </a:stretch>
        </p:blipFill>
        <p:spPr>
          <a:xfrm>
            <a:off x="1247775" y="3300412"/>
            <a:ext cx="2857500" cy="1600200"/>
          </a:xfrm>
          <a:prstGeom prst="rect">
            <a:avLst/>
          </a:prstGeom>
        </p:spPr>
      </p:pic>
    </p:spTree>
    <p:extLst>
      <p:ext uri="{BB962C8B-B14F-4D97-AF65-F5344CB8AC3E}">
        <p14:creationId xmlns:p14="http://schemas.microsoft.com/office/powerpoint/2010/main" val="2599710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A1C840-8749-4620-8D76-95F77D475268}"/>
              </a:ext>
            </a:extLst>
          </p:cNvPr>
          <p:cNvSpPr>
            <a:spLocks noGrp="1"/>
          </p:cNvSpPr>
          <p:nvPr>
            <p:ph idx="1"/>
          </p:nvPr>
        </p:nvSpPr>
        <p:spPr>
          <a:xfrm>
            <a:off x="1029789" y="1158239"/>
            <a:ext cx="9855925" cy="4955177"/>
          </a:xfrm>
        </p:spPr>
        <p:txBody>
          <a:bodyPr>
            <a:normAutofit/>
          </a:bodyPr>
          <a:lstStyle/>
          <a:p>
            <a:pPr marL="0" indent="0" algn="just">
              <a:buNone/>
            </a:pPr>
            <a:endParaRPr lang="es-ES" sz="1400" b="1"/>
          </a:p>
          <a:p>
            <a:pPr marL="0" indent="0" algn="just">
              <a:buNone/>
            </a:pPr>
            <a:r>
              <a:rPr lang="es-ES" sz="1400" b="1"/>
              <a:t>Python es un lenguaje de programación </a:t>
            </a:r>
            <a:r>
              <a:rPr lang="es-ES" sz="1400"/>
              <a:t> cuya filosofía hace hincapié en una sintaxis que favorezca un código legible.</a:t>
            </a:r>
          </a:p>
          <a:p>
            <a:pPr marL="0" indent="0" algn="just">
              <a:buNone/>
            </a:pPr>
            <a:endParaRPr lang="es-ES" sz="1400"/>
          </a:p>
          <a:p>
            <a:pPr marL="0" indent="0" algn="just">
              <a:buNone/>
            </a:pPr>
            <a:endParaRPr lang="es-ES" sz="1400"/>
          </a:p>
          <a:p>
            <a:pPr marL="0" indent="0" algn="just">
              <a:buNone/>
            </a:pPr>
            <a:endParaRPr lang="es-ES" sz="1400"/>
          </a:p>
          <a:p>
            <a:pPr marL="0" indent="0" algn="just">
              <a:buNone/>
            </a:pPr>
            <a:endParaRPr lang="es-ES" sz="1400"/>
          </a:p>
          <a:p>
            <a:pPr marL="0" indent="0" algn="just">
              <a:buNone/>
            </a:pPr>
            <a:endParaRPr lang="es-ES" sz="1400"/>
          </a:p>
          <a:p>
            <a:pPr marL="0" indent="0" algn="just">
              <a:buNone/>
            </a:pPr>
            <a:endParaRPr lang="es-ES" sz="1400"/>
          </a:p>
          <a:p>
            <a:pPr marL="0" indent="0" algn="just">
              <a:buNone/>
            </a:pPr>
            <a:endParaRPr lang="es-ES" sz="1400"/>
          </a:p>
          <a:p>
            <a:pPr marL="0" indent="0" algn="just">
              <a:buNone/>
            </a:pPr>
            <a:endParaRPr lang="es-ES" sz="1400"/>
          </a:p>
          <a:p>
            <a:pPr marL="0" indent="0" algn="just">
              <a:buNone/>
            </a:pPr>
            <a:endParaRPr lang="es-ES" sz="1400"/>
          </a:p>
          <a:p>
            <a:pPr marL="0" indent="0" algn="just">
              <a:buNone/>
            </a:pPr>
            <a:endParaRPr lang="es-ES" sz="1400"/>
          </a:p>
          <a:p>
            <a:pPr marL="0" indent="0" algn="just">
              <a:buNone/>
            </a:pPr>
            <a:endParaRPr lang="es-ES" sz="1400"/>
          </a:p>
          <a:p>
            <a:pPr marL="0" indent="0">
              <a:buNone/>
            </a:pPr>
            <a:r>
              <a:rPr lang="es-ES" sz="1400"/>
              <a:t>Python contiene una gran cantidad de librerías, tipos de datos y funciones incorporadas en el propio lenguaje, que ayudan a realizar muchas tareas sin necesidad de programarlas desde cero.</a:t>
            </a:r>
          </a:p>
          <a:p>
            <a:pPr marL="0" indent="0">
              <a:buNone/>
            </a:pPr>
            <a:endParaRPr lang="es-ES" sz="1400"/>
          </a:p>
          <a:p>
            <a:pPr marL="0" indent="0" algn="just">
              <a:buNone/>
            </a:pPr>
            <a:endParaRPr lang="es-ES" sz="1400" dirty="0"/>
          </a:p>
        </p:txBody>
      </p:sp>
      <p:graphicFrame>
        <p:nvGraphicFramePr>
          <p:cNvPr id="7" name="Table 7">
            <a:extLst>
              <a:ext uri="{FF2B5EF4-FFF2-40B4-BE49-F238E27FC236}">
                <a16:creationId xmlns:a16="http://schemas.microsoft.com/office/drawing/2014/main" id="{8F5442C4-E1AC-4DCC-8976-CC0500118DA6}"/>
              </a:ext>
            </a:extLst>
          </p:cNvPr>
          <p:cNvGraphicFramePr>
            <a:graphicFrameLocks noGrp="1"/>
          </p:cNvGraphicFramePr>
          <p:nvPr>
            <p:extLst>
              <p:ext uri="{D42A27DB-BD31-4B8C-83A1-F6EECF244321}">
                <p14:modId xmlns:p14="http://schemas.microsoft.com/office/powerpoint/2010/main" val="2307396984"/>
              </p:ext>
            </p:extLst>
          </p:nvPr>
        </p:nvGraphicFramePr>
        <p:xfrm>
          <a:off x="1134292" y="2044700"/>
          <a:ext cx="9037320" cy="2768600"/>
        </p:xfrm>
        <a:graphic>
          <a:graphicData uri="http://schemas.openxmlformats.org/drawingml/2006/table">
            <a:tbl>
              <a:tblPr>
                <a:tableStyleId>{C083E6E3-FA7D-4D7B-A595-EF9225AFEA82}</a:tableStyleId>
              </a:tblPr>
              <a:tblGrid>
                <a:gridCol w="1933341">
                  <a:extLst>
                    <a:ext uri="{9D8B030D-6E8A-4147-A177-3AD203B41FA5}">
                      <a16:colId xmlns:a16="http://schemas.microsoft.com/office/drawing/2014/main" val="3913147523"/>
                    </a:ext>
                  </a:extLst>
                </a:gridCol>
                <a:gridCol w="7103979">
                  <a:extLst>
                    <a:ext uri="{9D8B030D-6E8A-4147-A177-3AD203B41FA5}">
                      <a16:colId xmlns:a16="http://schemas.microsoft.com/office/drawing/2014/main" val="935107256"/>
                    </a:ext>
                  </a:extLst>
                </a:gridCol>
              </a:tblGrid>
              <a:tr h="370840">
                <a:tc>
                  <a:txBody>
                    <a:bodyPr/>
                    <a:lstStyle/>
                    <a:p>
                      <a:endParaRPr lang="es-ES" sz="1200" b="1" dirty="0"/>
                    </a:p>
                  </a:txBody>
                  <a:tcPr/>
                </a:tc>
                <a:tc>
                  <a:txBody>
                    <a:bodyPr/>
                    <a:lstStyle/>
                    <a:p>
                      <a:endParaRPr lang="es-ES"/>
                    </a:p>
                  </a:txBody>
                  <a:tcPr/>
                </a:tc>
                <a:extLst>
                  <a:ext uri="{0D108BD9-81ED-4DB2-BD59-A6C34878D82A}">
                    <a16:rowId xmlns:a16="http://schemas.microsoft.com/office/drawing/2014/main" val="2632672128"/>
                  </a:ext>
                </a:extLst>
              </a:tr>
              <a:tr h="370840">
                <a:tc>
                  <a:txBody>
                    <a:bodyPr/>
                    <a:lstStyle/>
                    <a:p>
                      <a:pPr algn="l"/>
                      <a:r>
                        <a:rPr lang="es-ES" sz="1200" b="1"/>
                        <a:t>Interpretado</a:t>
                      </a:r>
                      <a:endParaRPr lang="es-ES" sz="1200" b="1" dirty="0"/>
                    </a:p>
                  </a:txBody>
                  <a:tcPr anchor="ctr"/>
                </a:tc>
                <a:tc>
                  <a:txBody>
                    <a:bodyPr/>
                    <a:lstStyle/>
                    <a:p>
                      <a:r>
                        <a:rPr lang="es-ES" sz="1200"/>
                        <a:t>Se ejecuta sin necesidad de ser procesado por el compilador y se detectan los errores en tiempo de ejecución.</a:t>
                      </a:r>
                      <a:endParaRPr lang="es-ES" sz="1200" dirty="0"/>
                    </a:p>
                  </a:txBody>
                  <a:tcPr/>
                </a:tc>
                <a:extLst>
                  <a:ext uri="{0D108BD9-81ED-4DB2-BD59-A6C34878D82A}">
                    <a16:rowId xmlns:a16="http://schemas.microsoft.com/office/drawing/2014/main" val="1616339762"/>
                  </a:ext>
                </a:extLst>
              </a:tr>
              <a:tr h="370840">
                <a:tc>
                  <a:txBody>
                    <a:bodyPr/>
                    <a:lstStyle/>
                    <a:p>
                      <a:pPr algn="l"/>
                      <a:r>
                        <a:rPr lang="es-ES" sz="1200" b="1"/>
                        <a:t>Multiparadigma</a:t>
                      </a:r>
                      <a:endParaRPr lang="es-ES" sz="1200" b="1" dirty="0"/>
                    </a:p>
                  </a:txBody>
                  <a:tcPr anchor="ctr"/>
                </a:tc>
                <a:tc>
                  <a:txBody>
                    <a:bodyPr/>
                    <a:lstStyle/>
                    <a:p>
                      <a:r>
                        <a:rPr lang="es-ES" sz="1200"/>
                        <a:t>Soporta programación funcional, programación imperativa y programación orientada a objetos</a:t>
                      </a:r>
                      <a:endParaRPr lang="es-ES" sz="1200" dirty="0"/>
                    </a:p>
                  </a:txBody>
                  <a:tcPr/>
                </a:tc>
                <a:extLst>
                  <a:ext uri="{0D108BD9-81ED-4DB2-BD59-A6C34878D82A}">
                    <a16:rowId xmlns:a16="http://schemas.microsoft.com/office/drawing/2014/main" val="2990566286"/>
                  </a:ext>
                </a:extLst>
              </a:tr>
              <a:tr h="370840">
                <a:tc>
                  <a:txBody>
                    <a:bodyPr/>
                    <a:lstStyle/>
                    <a:p>
                      <a:pPr algn="l"/>
                      <a:r>
                        <a:rPr lang="es-ES" sz="1200" b="1"/>
                        <a:t>Tipado dinámico</a:t>
                      </a:r>
                      <a:endParaRPr lang="es-ES" sz="1200" b="1" dirty="0"/>
                    </a:p>
                  </a:txBody>
                  <a:tcPr anchor="ctr"/>
                </a:tc>
                <a:tc>
                  <a:txBody>
                    <a:bodyPr/>
                    <a:lstStyle/>
                    <a:p>
                      <a:r>
                        <a:rPr lang="es-ES" sz="1200"/>
                        <a:t>Las variables se comprueban en tiempo de ejecución.</a:t>
                      </a:r>
                    </a:p>
                    <a:p>
                      <a:endParaRPr lang="es-ES" sz="1200" dirty="0"/>
                    </a:p>
                  </a:txBody>
                  <a:tcPr/>
                </a:tc>
                <a:extLst>
                  <a:ext uri="{0D108BD9-81ED-4DB2-BD59-A6C34878D82A}">
                    <a16:rowId xmlns:a16="http://schemas.microsoft.com/office/drawing/2014/main" val="2612582783"/>
                  </a:ext>
                </a:extLst>
              </a:tr>
              <a:tr h="370840">
                <a:tc>
                  <a:txBody>
                    <a:bodyPr/>
                    <a:lstStyle/>
                    <a:p>
                      <a:pPr algn="l"/>
                      <a:r>
                        <a:rPr lang="es-ES" sz="1200" b="1"/>
                        <a:t> Multiplataforma</a:t>
                      </a:r>
                      <a:endParaRPr lang="es-ES" sz="1200" b="1" dirty="0"/>
                    </a:p>
                  </a:txBody>
                  <a:tcPr anchor="ctr"/>
                </a:tc>
                <a:tc>
                  <a:txBody>
                    <a:bodyPr/>
                    <a:lstStyle/>
                    <a:p>
                      <a:r>
                        <a:rPr lang="pt-BR" sz="1200"/>
                        <a:t>disponible para plataformas de Windows, Linux o MAC.</a:t>
                      </a:r>
                    </a:p>
                    <a:p>
                      <a:endParaRPr lang="es-ES" sz="1200" dirty="0"/>
                    </a:p>
                  </a:txBody>
                  <a:tcPr/>
                </a:tc>
                <a:extLst>
                  <a:ext uri="{0D108BD9-81ED-4DB2-BD59-A6C34878D82A}">
                    <a16:rowId xmlns:a16="http://schemas.microsoft.com/office/drawing/2014/main" val="813728696"/>
                  </a:ext>
                </a:extLst>
              </a:tr>
              <a:tr h="370840">
                <a:tc>
                  <a:txBody>
                    <a:bodyPr/>
                    <a:lstStyle/>
                    <a:p>
                      <a:pPr algn="l"/>
                      <a:r>
                        <a:rPr lang="es-ES" sz="1200" b="1"/>
                        <a:t>Gratuito</a:t>
                      </a:r>
                      <a:endParaRPr lang="es-ES" sz="1200" b="1" dirty="0"/>
                    </a:p>
                  </a:txBody>
                  <a:tcPr anchor="ctr"/>
                </a:tc>
                <a:tc>
                  <a:txBody>
                    <a:bodyPr/>
                    <a:lstStyle/>
                    <a:p>
                      <a:r>
                        <a:rPr lang="es-ES" sz="1200"/>
                        <a:t>No dispone de licencia para programar</a:t>
                      </a:r>
                      <a:endParaRPr lang="es-ES" sz="1200" dirty="0"/>
                    </a:p>
                  </a:txBody>
                  <a:tcPr/>
                </a:tc>
                <a:extLst>
                  <a:ext uri="{0D108BD9-81ED-4DB2-BD59-A6C34878D82A}">
                    <a16:rowId xmlns:a16="http://schemas.microsoft.com/office/drawing/2014/main" val="2206017865"/>
                  </a:ext>
                </a:extLst>
              </a:tr>
              <a:tr h="370840">
                <a:tc>
                  <a:txBody>
                    <a:bodyPr/>
                    <a:lstStyle/>
                    <a:p>
                      <a:pPr algn="l"/>
                      <a:endParaRPr lang="es-ES" sz="1200" b="1" dirty="0"/>
                    </a:p>
                  </a:txBody>
                  <a:tcPr anchor="ctr"/>
                </a:tc>
                <a:tc>
                  <a:txBody>
                    <a:bodyPr/>
                    <a:lstStyle/>
                    <a:p>
                      <a:endParaRPr lang="es-ES" sz="1200" dirty="0"/>
                    </a:p>
                  </a:txBody>
                  <a:tcPr/>
                </a:tc>
                <a:extLst>
                  <a:ext uri="{0D108BD9-81ED-4DB2-BD59-A6C34878D82A}">
                    <a16:rowId xmlns:a16="http://schemas.microsoft.com/office/drawing/2014/main" val="3926093197"/>
                  </a:ext>
                </a:extLst>
              </a:tr>
            </a:tbl>
          </a:graphicData>
        </a:graphic>
      </p:graphicFrame>
      <p:sp>
        <p:nvSpPr>
          <p:cNvPr id="5" name="Title 4">
            <a:extLst>
              <a:ext uri="{FF2B5EF4-FFF2-40B4-BE49-F238E27FC236}">
                <a16:creationId xmlns:a16="http://schemas.microsoft.com/office/drawing/2014/main" id="{AB95A10F-ABD6-43E3-BA22-4C4688B83560}"/>
              </a:ext>
            </a:extLst>
          </p:cNvPr>
          <p:cNvSpPr>
            <a:spLocks noGrp="1"/>
          </p:cNvSpPr>
          <p:nvPr>
            <p:ph type="title"/>
          </p:nvPr>
        </p:nvSpPr>
        <p:spPr>
          <a:xfrm>
            <a:off x="838200" y="365125"/>
            <a:ext cx="10515600" cy="1325563"/>
          </a:xfrm>
        </p:spPr>
        <p:txBody>
          <a:bodyPr/>
          <a:lstStyle/>
          <a:p>
            <a:r>
              <a:rPr lang="es-ES"/>
              <a:t>El Lenguaje Python - Características</a:t>
            </a:r>
            <a:endParaRPr lang="es-ES" dirty="0"/>
          </a:p>
        </p:txBody>
      </p:sp>
    </p:spTree>
    <p:extLst>
      <p:ext uri="{BB962C8B-B14F-4D97-AF65-F5344CB8AC3E}">
        <p14:creationId xmlns:p14="http://schemas.microsoft.com/office/powerpoint/2010/main" val="390482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E99CE-19EE-416A-908F-6ECB98F44C59}"/>
              </a:ext>
            </a:extLst>
          </p:cNvPr>
          <p:cNvSpPr>
            <a:spLocks noGrp="1"/>
          </p:cNvSpPr>
          <p:nvPr>
            <p:ph type="title"/>
          </p:nvPr>
        </p:nvSpPr>
        <p:spPr>
          <a:xfrm>
            <a:off x="838200" y="365125"/>
            <a:ext cx="10515600" cy="793115"/>
          </a:xfrm>
          <a:solidFill>
            <a:schemeClr val="accent4">
              <a:lumMod val="40000"/>
              <a:lumOff val="60000"/>
            </a:schemeClr>
          </a:solidFill>
        </p:spPr>
        <p:txBody>
          <a:bodyPr>
            <a:normAutofit/>
          </a:bodyPr>
          <a:lstStyle/>
          <a:p>
            <a:r>
              <a:rPr lang="es-ES" sz="3200" dirty="0"/>
              <a:t>El lenguaje Python</a:t>
            </a:r>
          </a:p>
        </p:txBody>
      </p:sp>
      <p:sp>
        <p:nvSpPr>
          <p:cNvPr id="3" name="Content Placeholder 2">
            <a:extLst>
              <a:ext uri="{FF2B5EF4-FFF2-40B4-BE49-F238E27FC236}">
                <a16:creationId xmlns:a16="http://schemas.microsoft.com/office/drawing/2014/main" id="{34A1C840-8749-4620-8D76-95F77D475268}"/>
              </a:ext>
            </a:extLst>
          </p:cNvPr>
          <p:cNvSpPr>
            <a:spLocks noGrp="1"/>
          </p:cNvSpPr>
          <p:nvPr>
            <p:ph idx="1"/>
          </p:nvPr>
        </p:nvSpPr>
        <p:spPr>
          <a:xfrm>
            <a:off x="838200" y="1253331"/>
            <a:ext cx="10515600" cy="2665526"/>
          </a:xfrm>
        </p:spPr>
        <p:txBody>
          <a:bodyPr>
            <a:normAutofit/>
          </a:bodyPr>
          <a:lstStyle/>
          <a:p>
            <a:pPr marL="0" indent="0" algn="just">
              <a:buNone/>
            </a:pPr>
            <a:r>
              <a:rPr lang="es-ES" sz="1200" b="1" dirty="0"/>
              <a:t>Python es un lenguaje de programación </a:t>
            </a:r>
            <a:r>
              <a:rPr lang="es-ES" sz="1200" dirty="0"/>
              <a:t>interpretado de tipado dinámico cuya filosofía hace hincapié en una sintaxis que favorezca un código legible. Se trata de un lenguaje de programación multiparadigma y disponible en varias plataformas.</a:t>
            </a:r>
          </a:p>
          <a:p>
            <a:r>
              <a:rPr lang="es-ES" sz="1200" b="1" dirty="0"/>
              <a:t>Interpretado</a:t>
            </a:r>
            <a:r>
              <a:rPr lang="es-ES" sz="1200" dirty="0"/>
              <a:t>: Se ejecuta sin necesidad de ser procesado por el compilador y se detectan los errores en tiempo de ejecución.</a:t>
            </a:r>
          </a:p>
          <a:p>
            <a:r>
              <a:rPr lang="es-ES" sz="1200" b="1" dirty="0"/>
              <a:t>Multiparadigma</a:t>
            </a:r>
            <a:r>
              <a:rPr lang="es-ES" sz="1200" dirty="0"/>
              <a:t>: Soporta </a:t>
            </a:r>
            <a:r>
              <a:rPr lang="es-ES" sz="1200" dirty="0">
                <a:hlinkClick r:id="rId2"/>
              </a:rPr>
              <a:t>programación funcional</a:t>
            </a:r>
            <a:r>
              <a:rPr lang="es-ES" sz="1200" dirty="0"/>
              <a:t>, </a:t>
            </a:r>
            <a:r>
              <a:rPr lang="es-ES" sz="1200" dirty="0">
                <a:hlinkClick r:id="rId3"/>
              </a:rPr>
              <a:t>programación imperativa</a:t>
            </a:r>
            <a:r>
              <a:rPr lang="es-ES" sz="1200" dirty="0"/>
              <a:t> y </a:t>
            </a:r>
            <a:r>
              <a:rPr lang="es-ES" sz="1200" dirty="0">
                <a:hlinkClick r:id="rId4"/>
              </a:rPr>
              <a:t>programación orientada a objetos</a:t>
            </a:r>
            <a:r>
              <a:rPr lang="es-ES" sz="1200" dirty="0"/>
              <a:t>.</a:t>
            </a:r>
          </a:p>
          <a:p>
            <a:r>
              <a:rPr lang="es-ES" sz="1200" b="1" dirty="0"/>
              <a:t>Tipado dinámico</a:t>
            </a:r>
            <a:r>
              <a:rPr lang="es-ES" sz="1200" dirty="0"/>
              <a:t>: Las variables se comprueban en tiempo de ejecución.</a:t>
            </a:r>
          </a:p>
          <a:p>
            <a:r>
              <a:rPr lang="es-ES" sz="1200" dirty="0"/>
              <a:t> </a:t>
            </a:r>
            <a:r>
              <a:rPr lang="es-ES" sz="1200" b="1" dirty="0"/>
              <a:t>Multiplataforma</a:t>
            </a:r>
            <a:r>
              <a:rPr lang="es-ES" sz="1200" dirty="0"/>
              <a:t>: disponible para plataformas de Windows, Linux o MAC.</a:t>
            </a:r>
          </a:p>
          <a:p>
            <a:r>
              <a:rPr lang="es-ES" sz="1200" b="1" dirty="0"/>
              <a:t>Gratuito</a:t>
            </a:r>
            <a:r>
              <a:rPr lang="es-ES" sz="1200" dirty="0"/>
              <a:t>: No dispone de licencia para programar.</a:t>
            </a:r>
          </a:p>
          <a:p>
            <a:endParaRPr lang="es-ES" sz="1200" dirty="0"/>
          </a:p>
          <a:p>
            <a:pPr marL="0" indent="0">
              <a:buNone/>
            </a:pPr>
            <a:r>
              <a:rPr lang="es-ES" sz="1200" dirty="0"/>
              <a:t>Python contiene una gran cantidad de librerías, tipos de datos y funciones incorporadas en el propio lenguaje, que ayudan a realizar muchas tareas sin necesidad de programarlas desde cero</a:t>
            </a:r>
          </a:p>
          <a:p>
            <a:pPr marL="0" indent="0" algn="just">
              <a:buNone/>
            </a:pPr>
            <a:endParaRPr lang="es-ES" sz="1200" dirty="0"/>
          </a:p>
          <a:p>
            <a:pPr marL="0" indent="0" algn="just">
              <a:buNone/>
            </a:pPr>
            <a:endParaRPr lang="es-ES" sz="1200" dirty="0"/>
          </a:p>
        </p:txBody>
      </p:sp>
      <p:sp>
        <p:nvSpPr>
          <p:cNvPr id="4" name="TextBox 3">
            <a:extLst>
              <a:ext uri="{FF2B5EF4-FFF2-40B4-BE49-F238E27FC236}">
                <a16:creationId xmlns:a16="http://schemas.microsoft.com/office/drawing/2014/main" id="{E4EF1549-94E2-4432-9496-732772AD0CCC}"/>
              </a:ext>
            </a:extLst>
          </p:cNvPr>
          <p:cNvSpPr txBox="1"/>
          <p:nvPr/>
        </p:nvSpPr>
        <p:spPr>
          <a:xfrm>
            <a:off x="1197427" y="3852942"/>
            <a:ext cx="4632963" cy="2292935"/>
          </a:xfrm>
          <a:prstGeom prst="rect">
            <a:avLst/>
          </a:prstGeom>
          <a:noFill/>
        </p:spPr>
        <p:txBody>
          <a:bodyPr wrap="square" rtlCol="0">
            <a:spAutoFit/>
          </a:bodyPr>
          <a:lstStyle/>
          <a:p>
            <a:pPr algn="just"/>
            <a:r>
              <a:rPr lang="es-ES" sz="1100" b="1" dirty="0">
                <a:solidFill>
                  <a:srgbClr val="00B050"/>
                </a:solidFill>
              </a:rPr>
              <a:t>Compilador: </a:t>
            </a:r>
          </a:p>
          <a:p>
            <a:pPr algn="just"/>
            <a:r>
              <a:rPr lang="es-ES" sz="1100" dirty="0">
                <a:solidFill>
                  <a:srgbClr val="00B050"/>
                </a:solidFill>
              </a:rPr>
              <a:t>Programa informático cuya función es transformar código fuente legible para el humano a código de máquina que una CPU puede ejecutar</a:t>
            </a:r>
          </a:p>
          <a:p>
            <a:pPr marL="285750" indent="-285750" algn="just">
              <a:buFontTx/>
              <a:buChar char="-"/>
            </a:pPr>
            <a:r>
              <a:rPr lang="es-ES" sz="1100" dirty="0">
                <a:solidFill>
                  <a:srgbClr val="00B050"/>
                </a:solidFill>
              </a:rPr>
              <a:t>El compilador traduce todo el programa antes de ejecutarlo</a:t>
            </a:r>
          </a:p>
          <a:p>
            <a:pPr marL="285750" indent="-285750" algn="just">
              <a:buFontTx/>
              <a:buChar char="-"/>
            </a:pPr>
            <a:r>
              <a:rPr lang="es-ES" sz="1100" dirty="0">
                <a:solidFill>
                  <a:srgbClr val="00B050"/>
                </a:solidFill>
              </a:rPr>
              <a:t>Los programas compilados se ejecutan más rápido que los interpretados, debido a que han sido completamente traducidos a lenguaje máquina.</a:t>
            </a:r>
          </a:p>
          <a:p>
            <a:pPr algn="just"/>
            <a:r>
              <a:rPr lang="es-ES" sz="1100" dirty="0">
                <a:solidFill>
                  <a:srgbClr val="00B050"/>
                </a:solidFill>
              </a:rPr>
              <a:t>Usando un compilador, </a:t>
            </a:r>
            <a:r>
              <a:rPr lang="es-ES" sz="1100" dirty="0">
                <a:solidFill>
                  <a:schemeClr val="accent6">
                    <a:lumMod val="50000"/>
                  </a:schemeClr>
                </a:solidFill>
              </a:rPr>
              <a:t>un solo archivo fuente puede producir resultados iguales solo si es compilado a distintos a distintos ejecutables específicos a cada sistema</a:t>
            </a:r>
          </a:p>
          <a:p>
            <a:pPr algn="just"/>
            <a:endParaRPr lang="es-ES" sz="1100" dirty="0">
              <a:solidFill>
                <a:srgbClr val="0070C0"/>
              </a:solidFill>
            </a:endParaRPr>
          </a:p>
          <a:p>
            <a:pPr algn="just"/>
            <a:r>
              <a:rPr lang="es-ES" sz="1100" dirty="0">
                <a:solidFill>
                  <a:srgbClr val="0070C0"/>
                </a:solidFill>
              </a:rPr>
              <a:t>Es un programa que transforma el código fuente de un programa a su equivalente en otro lenguaje de programación de más bajo nivel</a:t>
            </a:r>
          </a:p>
          <a:p>
            <a:pPr marL="171450" indent="-171450" algn="just">
              <a:buFont typeface="Arial" panose="020B0604020202020204" pitchFamily="34" charset="0"/>
              <a:buChar char="•"/>
            </a:pPr>
            <a:r>
              <a:rPr lang="es-ES" sz="1100" dirty="0">
                <a:solidFill>
                  <a:srgbClr val="0070C0"/>
                </a:solidFill>
              </a:rPr>
              <a:t>Lo prepara para ejecutarlo luego</a:t>
            </a:r>
          </a:p>
        </p:txBody>
      </p:sp>
      <p:sp>
        <p:nvSpPr>
          <p:cNvPr id="5" name="TextBox 4">
            <a:extLst>
              <a:ext uri="{FF2B5EF4-FFF2-40B4-BE49-F238E27FC236}">
                <a16:creationId xmlns:a16="http://schemas.microsoft.com/office/drawing/2014/main" id="{A8F3750E-12C5-420C-906A-D577D70B36F2}"/>
              </a:ext>
            </a:extLst>
          </p:cNvPr>
          <p:cNvSpPr txBox="1"/>
          <p:nvPr/>
        </p:nvSpPr>
        <p:spPr>
          <a:xfrm>
            <a:off x="6096000" y="3617810"/>
            <a:ext cx="4632963" cy="2631490"/>
          </a:xfrm>
          <a:prstGeom prst="rect">
            <a:avLst/>
          </a:prstGeom>
          <a:noFill/>
        </p:spPr>
        <p:txBody>
          <a:bodyPr wrap="square" rtlCol="0">
            <a:spAutoFit/>
          </a:bodyPr>
          <a:lstStyle/>
          <a:p>
            <a:pPr algn="just"/>
            <a:r>
              <a:rPr lang="es-ES" sz="1100" b="1" dirty="0">
                <a:solidFill>
                  <a:srgbClr val="00B050"/>
                </a:solidFill>
              </a:rPr>
              <a:t>Interprete: </a:t>
            </a:r>
          </a:p>
          <a:p>
            <a:pPr algn="just"/>
            <a:r>
              <a:rPr lang="es-ES" sz="1100" dirty="0">
                <a:solidFill>
                  <a:srgbClr val="00B050"/>
                </a:solidFill>
              </a:rPr>
              <a:t>Es un programa que </a:t>
            </a:r>
            <a:r>
              <a:rPr lang="es-ES" sz="1100" b="1" dirty="0">
                <a:solidFill>
                  <a:srgbClr val="00B050"/>
                </a:solidFill>
              </a:rPr>
              <a:t>ejecuta línea a línea  las</a:t>
            </a:r>
            <a:r>
              <a:rPr lang="es-ES" sz="1100" dirty="0">
                <a:solidFill>
                  <a:srgbClr val="00B050"/>
                </a:solidFill>
              </a:rPr>
              <a:t> instrucciones de un programa de alto nivel. Es un programa informático capaz de analizar y ejecutar otros programas, escritos en un lenguaje de alto nivel.</a:t>
            </a:r>
          </a:p>
          <a:p>
            <a:pPr algn="just"/>
            <a:r>
              <a:rPr lang="es-ES" sz="1100" dirty="0">
                <a:solidFill>
                  <a:srgbClr val="00B050"/>
                </a:solidFill>
              </a:rPr>
              <a:t>Usando un intérprete, </a:t>
            </a:r>
            <a:r>
              <a:rPr lang="es-ES" sz="1100" dirty="0">
                <a:solidFill>
                  <a:schemeClr val="accent6">
                    <a:lumMod val="50000"/>
                  </a:schemeClr>
                </a:solidFill>
              </a:rPr>
              <a:t>un solo archivo fuente puede producir resultados iguales incluso en sistemas sumamente diferentes.</a:t>
            </a:r>
          </a:p>
          <a:p>
            <a:pPr algn="just"/>
            <a:r>
              <a:rPr lang="es-ES" sz="1100" dirty="0">
                <a:solidFill>
                  <a:schemeClr val="accent6">
                    <a:lumMod val="50000"/>
                  </a:schemeClr>
                </a:solidFill>
              </a:rPr>
              <a:t>Suelen ser más lentos debido e la necesidad de traducir el programa mientras se ejecuta</a:t>
            </a:r>
          </a:p>
          <a:p>
            <a:pPr algn="just"/>
            <a:r>
              <a:rPr lang="es-ES" sz="1100" dirty="0">
                <a:solidFill>
                  <a:schemeClr val="accent6">
                    <a:lumMod val="50000"/>
                  </a:schemeClr>
                </a:solidFill>
              </a:rPr>
              <a:t>Son más flexibles como entorno de programación y depuración.</a:t>
            </a:r>
          </a:p>
          <a:p>
            <a:pPr algn="just"/>
            <a:endParaRPr lang="es-ES" sz="1100" dirty="0">
              <a:solidFill>
                <a:schemeClr val="accent6">
                  <a:lumMod val="50000"/>
                </a:schemeClr>
              </a:solidFill>
            </a:endParaRPr>
          </a:p>
          <a:p>
            <a:pPr algn="just"/>
            <a:r>
              <a:rPr lang="es-ES" sz="1100" dirty="0">
                <a:solidFill>
                  <a:srgbClr val="0070C0"/>
                </a:solidFill>
              </a:rPr>
              <a:t>Es un programa que ejecuta directamente las instrucciones escritas en un lenguaje de programación dado</a:t>
            </a:r>
          </a:p>
          <a:p>
            <a:pPr marL="171450" indent="-171450" algn="just">
              <a:buFont typeface="Arial" panose="020B0604020202020204" pitchFamily="34" charset="0"/>
              <a:buChar char="•"/>
            </a:pPr>
            <a:r>
              <a:rPr lang="es-ES" sz="1100" dirty="0">
                <a:solidFill>
                  <a:srgbClr val="0070C0"/>
                </a:solidFill>
              </a:rPr>
              <a:t>Ejecuta el código ahora</a:t>
            </a:r>
          </a:p>
          <a:p>
            <a:pPr marL="171450" indent="-171450" algn="just">
              <a:buFont typeface="Arial" panose="020B0604020202020204" pitchFamily="34" charset="0"/>
              <a:buChar char="•"/>
            </a:pPr>
            <a:endParaRPr lang="es-ES" sz="1100" dirty="0">
              <a:solidFill>
                <a:srgbClr val="0070C0"/>
              </a:solidFill>
            </a:endParaRPr>
          </a:p>
          <a:p>
            <a:pPr marL="171450" indent="-171450" algn="just">
              <a:buFont typeface="Arial" panose="020B0604020202020204" pitchFamily="34" charset="0"/>
              <a:buChar char="•"/>
            </a:pPr>
            <a:endParaRPr lang="es-ES" sz="1100" dirty="0">
              <a:solidFill>
                <a:srgbClr val="0070C0"/>
              </a:solidFill>
            </a:endParaRPr>
          </a:p>
        </p:txBody>
      </p:sp>
      <p:sp>
        <p:nvSpPr>
          <p:cNvPr id="6" name="TextBox 5">
            <a:extLst>
              <a:ext uri="{FF2B5EF4-FFF2-40B4-BE49-F238E27FC236}">
                <a16:creationId xmlns:a16="http://schemas.microsoft.com/office/drawing/2014/main" id="{83F9BB9E-F350-4397-8E0B-EB0C47041326}"/>
              </a:ext>
            </a:extLst>
          </p:cNvPr>
          <p:cNvSpPr txBox="1"/>
          <p:nvPr/>
        </p:nvSpPr>
        <p:spPr>
          <a:xfrm>
            <a:off x="7254241" y="327402"/>
            <a:ext cx="4232365" cy="769441"/>
          </a:xfrm>
          <a:prstGeom prst="rect">
            <a:avLst/>
          </a:prstGeom>
          <a:noFill/>
        </p:spPr>
        <p:txBody>
          <a:bodyPr wrap="square" rtlCol="0">
            <a:spAutoFit/>
          </a:bodyPr>
          <a:lstStyle/>
          <a:p>
            <a:r>
              <a:rPr lang="es-ES" sz="1100" dirty="0">
                <a:solidFill>
                  <a:srgbClr val="00B050"/>
                </a:solidFill>
              </a:rPr>
              <a:t>Una variable puede tomar valores de distinto tipo. La mayoría de lenguajes de </a:t>
            </a:r>
            <a:r>
              <a:rPr lang="es-ES" sz="1100" dirty="0">
                <a:solidFill>
                  <a:srgbClr val="0070C0"/>
                </a:solidFill>
              </a:rPr>
              <a:t>tipado dinámico</a:t>
            </a:r>
            <a:r>
              <a:rPr lang="es-ES" sz="1100" dirty="0">
                <a:solidFill>
                  <a:srgbClr val="00B050"/>
                </a:solidFill>
              </a:rPr>
              <a:t> son lenguajes interpretados. No es necesario declarar el tipo de dato que contendrá nuestra variable se adapta según el tipo que le asignemos en la ejecución del programa.</a:t>
            </a:r>
          </a:p>
        </p:txBody>
      </p:sp>
      <p:sp>
        <p:nvSpPr>
          <p:cNvPr id="7" name="TextBox 6">
            <a:extLst>
              <a:ext uri="{FF2B5EF4-FFF2-40B4-BE49-F238E27FC236}">
                <a16:creationId xmlns:a16="http://schemas.microsoft.com/office/drawing/2014/main" id="{812C1747-75A0-463E-BCFE-352C11922020}"/>
              </a:ext>
            </a:extLst>
          </p:cNvPr>
          <p:cNvSpPr txBox="1"/>
          <p:nvPr/>
        </p:nvSpPr>
        <p:spPr>
          <a:xfrm>
            <a:off x="5987143" y="2452589"/>
            <a:ext cx="5523410" cy="938719"/>
          </a:xfrm>
          <a:prstGeom prst="rect">
            <a:avLst/>
          </a:prstGeom>
          <a:noFill/>
        </p:spPr>
        <p:txBody>
          <a:bodyPr wrap="square" rtlCol="0">
            <a:spAutoFit/>
          </a:bodyPr>
          <a:lstStyle/>
          <a:p>
            <a:r>
              <a:rPr lang="es-ES" sz="1100" dirty="0">
                <a:solidFill>
                  <a:srgbClr val="00B050"/>
                </a:solidFill>
              </a:rPr>
              <a:t>El </a:t>
            </a:r>
            <a:r>
              <a:rPr lang="es-ES" sz="1100" dirty="0">
                <a:solidFill>
                  <a:srgbClr val="0070C0"/>
                </a:solidFill>
              </a:rPr>
              <a:t>interprete</a:t>
            </a:r>
            <a:r>
              <a:rPr lang="es-ES" sz="1100" dirty="0">
                <a:solidFill>
                  <a:srgbClr val="00B050"/>
                </a:solidFill>
              </a:rPr>
              <a:t> que hace funcionar nuestro código está disponible en Windows, Linus, </a:t>
            </a:r>
            <a:r>
              <a:rPr lang="es-ES" sz="1100" dirty="0" err="1">
                <a:solidFill>
                  <a:srgbClr val="00B050"/>
                </a:solidFill>
              </a:rPr>
              <a:t>mac</a:t>
            </a:r>
            <a:r>
              <a:rPr lang="es-ES" sz="1100" dirty="0">
                <a:solidFill>
                  <a:srgbClr val="00B050"/>
                </a:solidFill>
              </a:rPr>
              <a:t>, etc. Esto hará que nuestro programa funcione en las distintas plataformas que existen en el mercado. </a:t>
            </a:r>
          </a:p>
          <a:p>
            <a:r>
              <a:rPr lang="es-ES" sz="1100" dirty="0">
                <a:solidFill>
                  <a:srgbClr val="00B050"/>
                </a:solidFill>
              </a:rPr>
              <a:t>Se puede ejecutar en distintos sistemas operativos y en distintos procesadores y plataformas, en Linux y en </a:t>
            </a:r>
            <a:r>
              <a:rPr lang="es-ES" sz="1100" dirty="0" err="1">
                <a:solidFill>
                  <a:srgbClr val="00B050"/>
                </a:solidFill>
              </a:rPr>
              <a:t>mac</a:t>
            </a:r>
            <a:r>
              <a:rPr lang="es-ES" sz="1100" dirty="0">
                <a:solidFill>
                  <a:srgbClr val="00B050"/>
                </a:solidFill>
              </a:rPr>
              <a:t> viene instalado por defecto y en Windows es muy sencillo de instalar.</a:t>
            </a:r>
          </a:p>
        </p:txBody>
      </p:sp>
      <p:sp>
        <p:nvSpPr>
          <p:cNvPr id="8" name="TextBox 7">
            <a:extLst>
              <a:ext uri="{FF2B5EF4-FFF2-40B4-BE49-F238E27FC236}">
                <a16:creationId xmlns:a16="http://schemas.microsoft.com/office/drawing/2014/main" id="{1846FD64-E4F3-4941-B79D-DE3F6E410560}"/>
              </a:ext>
            </a:extLst>
          </p:cNvPr>
          <p:cNvSpPr txBox="1"/>
          <p:nvPr/>
        </p:nvSpPr>
        <p:spPr>
          <a:xfrm>
            <a:off x="8891452" y="1554020"/>
            <a:ext cx="3492137" cy="769441"/>
          </a:xfrm>
          <a:prstGeom prst="rect">
            <a:avLst/>
          </a:prstGeom>
          <a:noFill/>
        </p:spPr>
        <p:txBody>
          <a:bodyPr wrap="square" rtlCol="0">
            <a:spAutoFit/>
          </a:bodyPr>
          <a:lstStyle>
            <a:defPPr>
              <a:defRPr lang="es-ES"/>
            </a:defPPr>
            <a:lvl1pPr>
              <a:defRPr sz="1100">
                <a:solidFill>
                  <a:srgbClr val="00B050"/>
                </a:solidFill>
              </a:defRPr>
            </a:lvl1pPr>
          </a:lstStyle>
          <a:p>
            <a:r>
              <a:rPr lang="es-ES" dirty="0"/>
              <a:t>- La ejecución puede ser más lenta</a:t>
            </a:r>
          </a:p>
          <a:p>
            <a:r>
              <a:rPr lang="es-ES" dirty="0"/>
              <a:t>- Sólo necesito un programa interprete para que un mismo código fuente se pueda ejecutar en varias plataformas</a:t>
            </a:r>
          </a:p>
        </p:txBody>
      </p:sp>
      <p:sp>
        <p:nvSpPr>
          <p:cNvPr id="11" name="TextBox 10">
            <a:extLst>
              <a:ext uri="{FF2B5EF4-FFF2-40B4-BE49-F238E27FC236}">
                <a16:creationId xmlns:a16="http://schemas.microsoft.com/office/drawing/2014/main" id="{8C0D8C8F-C86B-4049-A801-2C70A9201AEF}"/>
              </a:ext>
            </a:extLst>
          </p:cNvPr>
          <p:cNvSpPr txBox="1"/>
          <p:nvPr/>
        </p:nvSpPr>
        <p:spPr>
          <a:xfrm>
            <a:off x="916576" y="3005058"/>
            <a:ext cx="4992191" cy="430887"/>
          </a:xfrm>
          <a:prstGeom prst="rect">
            <a:avLst/>
          </a:prstGeom>
          <a:noFill/>
        </p:spPr>
        <p:txBody>
          <a:bodyPr wrap="square" rtlCol="0">
            <a:spAutoFit/>
          </a:bodyPr>
          <a:lstStyle/>
          <a:p>
            <a:r>
              <a:rPr lang="es-ES" sz="1100" dirty="0">
                <a:solidFill>
                  <a:srgbClr val="00B050"/>
                </a:solidFill>
              </a:rPr>
              <a:t>Tanto la documentación como la fuente están a nuestra disposición y tenemos una comunidad bastante activa que nos puede dar soporte y solucionar problemas</a:t>
            </a:r>
          </a:p>
        </p:txBody>
      </p:sp>
    </p:spTree>
    <p:extLst>
      <p:ext uri="{BB962C8B-B14F-4D97-AF65-F5344CB8AC3E}">
        <p14:creationId xmlns:p14="http://schemas.microsoft.com/office/powerpoint/2010/main" val="2283422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A1C840-8749-4620-8D76-95F77D475268}"/>
              </a:ext>
            </a:extLst>
          </p:cNvPr>
          <p:cNvSpPr>
            <a:spLocks noGrp="1"/>
          </p:cNvSpPr>
          <p:nvPr>
            <p:ph idx="1"/>
          </p:nvPr>
        </p:nvSpPr>
        <p:spPr>
          <a:xfrm>
            <a:off x="1029789" y="1690688"/>
            <a:ext cx="9855925" cy="1419861"/>
          </a:xfrm>
        </p:spPr>
        <p:txBody>
          <a:bodyPr>
            <a:normAutofit/>
          </a:bodyPr>
          <a:lstStyle/>
          <a:p>
            <a:pPr marL="0" indent="0" algn="just">
              <a:buNone/>
            </a:pPr>
            <a:endParaRPr lang="es-ES" sz="1400" dirty="0"/>
          </a:p>
          <a:p>
            <a:pPr marL="0" indent="0">
              <a:buNone/>
            </a:pPr>
            <a:endParaRPr lang="es-ES" sz="1400" dirty="0"/>
          </a:p>
          <a:p>
            <a:pPr marL="0" indent="0" algn="just">
              <a:buNone/>
            </a:pPr>
            <a:endParaRPr lang="es-ES" sz="1400" dirty="0"/>
          </a:p>
        </p:txBody>
      </p:sp>
      <p:sp>
        <p:nvSpPr>
          <p:cNvPr id="5" name="Title 4">
            <a:extLst>
              <a:ext uri="{FF2B5EF4-FFF2-40B4-BE49-F238E27FC236}">
                <a16:creationId xmlns:a16="http://schemas.microsoft.com/office/drawing/2014/main" id="{AB95A10F-ABD6-43E3-BA22-4C4688B83560}"/>
              </a:ext>
            </a:extLst>
          </p:cNvPr>
          <p:cNvSpPr>
            <a:spLocks noGrp="1"/>
          </p:cNvSpPr>
          <p:nvPr>
            <p:ph type="title"/>
          </p:nvPr>
        </p:nvSpPr>
        <p:spPr>
          <a:xfrm>
            <a:off x="838200" y="277813"/>
            <a:ext cx="10515600" cy="1325563"/>
          </a:xfrm>
        </p:spPr>
        <p:txBody>
          <a:bodyPr/>
          <a:lstStyle/>
          <a:p>
            <a:r>
              <a:rPr lang="es-ES" dirty="0"/>
              <a:t>Objetivos del curso</a:t>
            </a:r>
          </a:p>
        </p:txBody>
      </p:sp>
    </p:spTree>
    <p:extLst>
      <p:ext uri="{BB962C8B-B14F-4D97-AF65-F5344CB8AC3E}">
        <p14:creationId xmlns:p14="http://schemas.microsoft.com/office/powerpoint/2010/main" val="1385198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A1C840-8749-4620-8D76-95F77D475268}"/>
              </a:ext>
            </a:extLst>
          </p:cNvPr>
          <p:cNvSpPr>
            <a:spLocks noGrp="1"/>
          </p:cNvSpPr>
          <p:nvPr>
            <p:ph idx="1"/>
          </p:nvPr>
        </p:nvSpPr>
        <p:spPr>
          <a:xfrm>
            <a:off x="1029789" y="1690688"/>
            <a:ext cx="9855925" cy="1852612"/>
          </a:xfrm>
        </p:spPr>
        <p:txBody>
          <a:bodyPr>
            <a:normAutofit/>
          </a:bodyPr>
          <a:lstStyle/>
          <a:p>
            <a:pPr marL="342900" indent="-342900" algn="just">
              <a:buAutoNum type="arabicPeriod"/>
            </a:pPr>
            <a:r>
              <a:rPr lang="es-ES" sz="1400" dirty="0"/>
              <a:t>Fundamentos del la programación</a:t>
            </a:r>
          </a:p>
          <a:p>
            <a:pPr marL="342900" indent="-342900" algn="just">
              <a:buAutoNum type="arabicPeriod"/>
            </a:pPr>
            <a:r>
              <a:rPr lang="es-ES" sz="1400" dirty="0"/>
              <a:t>Manejo de datos</a:t>
            </a:r>
          </a:p>
          <a:p>
            <a:pPr marL="342900" indent="-342900" algn="just">
              <a:buAutoNum type="arabicPeriod"/>
            </a:pPr>
            <a:r>
              <a:rPr lang="es-ES" sz="1400" dirty="0"/>
              <a:t>Programación orientada a objetos</a:t>
            </a:r>
          </a:p>
          <a:p>
            <a:pPr marL="342900" indent="-342900" algn="just">
              <a:buAutoNum type="arabicPeriod"/>
            </a:pPr>
            <a:r>
              <a:rPr lang="es-ES" sz="1400" dirty="0"/>
              <a:t>Temas avanzados</a:t>
            </a:r>
          </a:p>
          <a:p>
            <a:pPr marL="342900" indent="-342900" algn="just">
              <a:buAutoNum type="arabicPeriod"/>
            </a:pPr>
            <a:r>
              <a:rPr lang="es-ES" sz="1400" dirty="0"/>
              <a:t>Python para ciencia de datos</a:t>
            </a:r>
          </a:p>
          <a:p>
            <a:pPr marL="0" indent="0">
              <a:buNone/>
            </a:pPr>
            <a:endParaRPr lang="es-ES" sz="1400" dirty="0"/>
          </a:p>
          <a:p>
            <a:pPr marL="0" indent="0" algn="just">
              <a:buNone/>
            </a:pPr>
            <a:endParaRPr lang="es-ES" sz="1400" dirty="0"/>
          </a:p>
        </p:txBody>
      </p:sp>
      <p:sp>
        <p:nvSpPr>
          <p:cNvPr id="5" name="Title 4">
            <a:extLst>
              <a:ext uri="{FF2B5EF4-FFF2-40B4-BE49-F238E27FC236}">
                <a16:creationId xmlns:a16="http://schemas.microsoft.com/office/drawing/2014/main" id="{AB95A10F-ABD6-43E3-BA22-4C4688B83560}"/>
              </a:ext>
            </a:extLst>
          </p:cNvPr>
          <p:cNvSpPr>
            <a:spLocks noGrp="1"/>
          </p:cNvSpPr>
          <p:nvPr>
            <p:ph type="title"/>
          </p:nvPr>
        </p:nvSpPr>
        <p:spPr>
          <a:xfrm>
            <a:off x="838200" y="277813"/>
            <a:ext cx="10515600" cy="1325563"/>
          </a:xfrm>
        </p:spPr>
        <p:txBody>
          <a:bodyPr/>
          <a:lstStyle/>
          <a:p>
            <a:r>
              <a:rPr lang="es-ES" dirty="0"/>
              <a:t>Fases del curso</a:t>
            </a:r>
          </a:p>
        </p:txBody>
      </p:sp>
    </p:spTree>
    <p:extLst>
      <p:ext uri="{BB962C8B-B14F-4D97-AF65-F5344CB8AC3E}">
        <p14:creationId xmlns:p14="http://schemas.microsoft.com/office/powerpoint/2010/main" val="1797913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A1C840-8749-4620-8D76-95F77D475268}"/>
              </a:ext>
            </a:extLst>
          </p:cNvPr>
          <p:cNvSpPr>
            <a:spLocks noGrp="1"/>
          </p:cNvSpPr>
          <p:nvPr>
            <p:ph idx="1"/>
          </p:nvPr>
        </p:nvSpPr>
        <p:spPr>
          <a:xfrm>
            <a:off x="1029789" y="1690688"/>
            <a:ext cx="9855925" cy="1852612"/>
          </a:xfrm>
        </p:spPr>
        <p:txBody>
          <a:bodyPr>
            <a:normAutofit/>
          </a:bodyPr>
          <a:lstStyle/>
          <a:p>
            <a:pPr marL="0" indent="0">
              <a:buNone/>
            </a:pPr>
            <a:endParaRPr lang="es-ES" sz="1400" dirty="0"/>
          </a:p>
          <a:p>
            <a:pPr algn="just"/>
            <a:r>
              <a:rPr lang="es-ES" sz="1400" dirty="0"/>
              <a:t>Tipos de datos</a:t>
            </a:r>
          </a:p>
          <a:p>
            <a:pPr algn="just"/>
            <a:r>
              <a:rPr lang="es-ES" sz="1400" dirty="0"/>
              <a:t>Expresiones</a:t>
            </a:r>
          </a:p>
          <a:p>
            <a:pPr algn="just"/>
            <a:r>
              <a:rPr lang="es-ES" sz="1400" dirty="0"/>
              <a:t>Control de flujo</a:t>
            </a:r>
          </a:p>
        </p:txBody>
      </p:sp>
      <p:sp>
        <p:nvSpPr>
          <p:cNvPr id="5" name="Title 4">
            <a:extLst>
              <a:ext uri="{FF2B5EF4-FFF2-40B4-BE49-F238E27FC236}">
                <a16:creationId xmlns:a16="http://schemas.microsoft.com/office/drawing/2014/main" id="{AB95A10F-ABD6-43E3-BA22-4C4688B83560}"/>
              </a:ext>
            </a:extLst>
          </p:cNvPr>
          <p:cNvSpPr>
            <a:spLocks noGrp="1"/>
          </p:cNvSpPr>
          <p:nvPr>
            <p:ph type="title"/>
          </p:nvPr>
        </p:nvSpPr>
        <p:spPr>
          <a:xfrm>
            <a:off x="838200" y="277813"/>
            <a:ext cx="10515600" cy="1325563"/>
          </a:xfrm>
        </p:spPr>
        <p:txBody>
          <a:bodyPr/>
          <a:lstStyle/>
          <a:p>
            <a:r>
              <a:rPr lang="es-ES" dirty="0"/>
              <a:t>Fase 1 - Fundamentos de la programación</a:t>
            </a:r>
          </a:p>
        </p:txBody>
      </p:sp>
    </p:spTree>
    <p:extLst>
      <p:ext uri="{BB962C8B-B14F-4D97-AF65-F5344CB8AC3E}">
        <p14:creationId xmlns:p14="http://schemas.microsoft.com/office/powerpoint/2010/main" val="4089706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A1C840-8749-4620-8D76-95F77D475268}"/>
              </a:ext>
            </a:extLst>
          </p:cNvPr>
          <p:cNvSpPr>
            <a:spLocks noGrp="1"/>
          </p:cNvSpPr>
          <p:nvPr>
            <p:ph idx="1"/>
          </p:nvPr>
        </p:nvSpPr>
        <p:spPr>
          <a:xfrm>
            <a:off x="1029789" y="1690688"/>
            <a:ext cx="9855925" cy="1852612"/>
          </a:xfrm>
        </p:spPr>
        <p:txBody>
          <a:bodyPr>
            <a:normAutofit/>
          </a:bodyPr>
          <a:lstStyle/>
          <a:p>
            <a:pPr marL="0" indent="0">
              <a:buNone/>
            </a:pPr>
            <a:endParaRPr lang="es-ES" sz="1400" dirty="0"/>
          </a:p>
          <a:p>
            <a:pPr algn="just"/>
            <a:r>
              <a:rPr lang="es-ES" sz="1400" dirty="0"/>
              <a:t>Colecciones de datos</a:t>
            </a:r>
          </a:p>
          <a:p>
            <a:pPr algn="just"/>
            <a:r>
              <a:rPr lang="es-ES" sz="1400" dirty="0"/>
              <a:t>Entradas y salidas</a:t>
            </a:r>
          </a:p>
          <a:p>
            <a:pPr algn="just"/>
            <a:r>
              <a:rPr lang="es-ES" sz="1400" dirty="0"/>
              <a:t>Programación de funciones</a:t>
            </a:r>
          </a:p>
          <a:p>
            <a:pPr algn="just"/>
            <a:r>
              <a:rPr lang="es-ES" sz="1400" dirty="0"/>
              <a:t>Manejo de excepciones</a:t>
            </a:r>
          </a:p>
        </p:txBody>
      </p:sp>
      <p:sp>
        <p:nvSpPr>
          <p:cNvPr id="5" name="Title 4">
            <a:extLst>
              <a:ext uri="{FF2B5EF4-FFF2-40B4-BE49-F238E27FC236}">
                <a16:creationId xmlns:a16="http://schemas.microsoft.com/office/drawing/2014/main" id="{AB95A10F-ABD6-43E3-BA22-4C4688B83560}"/>
              </a:ext>
            </a:extLst>
          </p:cNvPr>
          <p:cNvSpPr>
            <a:spLocks noGrp="1"/>
          </p:cNvSpPr>
          <p:nvPr>
            <p:ph type="title"/>
          </p:nvPr>
        </p:nvSpPr>
        <p:spPr>
          <a:xfrm>
            <a:off x="838200" y="277813"/>
            <a:ext cx="10515600" cy="1325563"/>
          </a:xfrm>
        </p:spPr>
        <p:txBody>
          <a:bodyPr/>
          <a:lstStyle/>
          <a:p>
            <a:r>
              <a:rPr lang="es-ES" dirty="0"/>
              <a:t>Fase 2 – Manejo de datos</a:t>
            </a:r>
          </a:p>
        </p:txBody>
      </p:sp>
    </p:spTree>
    <p:extLst>
      <p:ext uri="{BB962C8B-B14F-4D97-AF65-F5344CB8AC3E}">
        <p14:creationId xmlns:p14="http://schemas.microsoft.com/office/powerpoint/2010/main" val="2269054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A1C840-8749-4620-8D76-95F77D475268}"/>
              </a:ext>
            </a:extLst>
          </p:cNvPr>
          <p:cNvSpPr>
            <a:spLocks noGrp="1"/>
          </p:cNvSpPr>
          <p:nvPr>
            <p:ph idx="1"/>
          </p:nvPr>
        </p:nvSpPr>
        <p:spPr>
          <a:xfrm>
            <a:off x="1029789" y="1690688"/>
            <a:ext cx="9855925" cy="1852612"/>
          </a:xfrm>
        </p:spPr>
        <p:txBody>
          <a:bodyPr>
            <a:normAutofit/>
          </a:bodyPr>
          <a:lstStyle/>
          <a:p>
            <a:pPr marL="0" indent="0">
              <a:buNone/>
            </a:pPr>
            <a:endParaRPr lang="es-ES" sz="1400" dirty="0"/>
          </a:p>
          <a:p>
            <a:pPr algn="just"/>
            <a:r>
              <a:rPr lang="es-ES" sz="1400" dirty="0"/>
              <a:t>Clases y objetos</a:t>
            </a:r>
          </a:p>
          <a:p>
            <a:pPr algn="just"/>
            <a:r>
              <a:rPr lang="es-ES" sz="1400" dirty="0"/>
              <a:t>Herencia de clases</a:t>
            </a:r>
          </a:p>
          <a:p>
            <a:pPr algn="just"/>
            <a:r>
              <a:rPr lang="es-ES" sz="1400" dirty="0"/>
              <a:t>Métodos de colecciones</a:t>
            </a:r>
          </a:p>
        </p:txBody>
      </p:sp>
      <p:sp>
        <p:nvSpPr>
          <p:cNvPr id="5" name="Title 4">
            <a:extLst>
              <a:ext uri="{FF2B5EF4-FFF2-40B4-BE49-F238E27FC236}">
                <a16:creationId xmlns:a16="http://schemas.microsoft.com/office/drawing/2014/main" id="{AB95A10F-ABD6-43E3-BA22-4C4688B83560}"/>
              </a:ext>
            </a:extLst>
          </p:cNvPr>
          <p:cNvSpPr>
            <a:spLocks noGrp="1"/>
          </p:cNvSpPr>
          <p:nvPr>
            <p:ph type="title"/>
          </p:nvPr>
        </p:nvSpPr>
        <p:spPr>
          <a:xfrm>
            <a:off x="838200" y="277813"/>
            <a:ext cx="10515600" cy="1325563"/>
          </a:xfrm>
        </p:spPr>
        <p:txBody>
          <a:bodyPr/>
          <a:lstStyle/>
          <a:p>
            <a:r>
              <a:rPr lang="es-ES" dirty="0"/>
              <a:t>Fase 3 – Programación orientada a objetos</a:t>
            </a:r>
          </a:p>
        </p:txBody>
      </p:sp>
    </p:spTree>
    <p:extLst>
      <p:ext uri="{BB962C8B-B14F-4D97-AF65-F5344CB8AC3E}">
        <p14:creationId xmlns:p14="http://schemas.microsoft.com/office/powerpoint/2010/main" val="28470607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A1C840-8749-4620-8D76-95F77D475268}"/>
              </a:ext>
            </a:extLst>
          </p:cNvPr>
          <p:cNvSpPr>
            <a:spLocks noGrp="1"/>
          </p:cNvSpPr>
          <p:nvPr>
            <p:ph idx="1"/>
          </p:nvPr>
        </p:nvSpPr>
        <p:spPr>
          <a:xfrm>
            <a:off x="1029789" y="1690688"/>
            <a:ext cx="9855925" cy="3033712"/>
          </a:xfrm>
        </p:spPr>
        <p:txBody>
          <a:bodyPr>
            <a:normAutofit/>
          </a:bodyPr>
          <a:lstStyle/>
          <a:p>
            <a:pPr marL="0" indent="0">
              <a:buNone/>
            </a:pPr>
            <a:endParaRPr lang="es-ES" sz="1600" dirty="0"/>
          </a:p>
          <a:p>
            <a:pPr algn="just"/>
            <a:r>
              <a:rPr lang="es-ES" sz="1600" dirty="0"/>
              <a:t>Módulos y paquetes</a:t>
            </a:r>
          </a:p>
          <a:p>
            <a:pPr algn="just"/>
            <a:r>
              <a:rPr lang="es-ES" sz="1600" dirty="0"/>
              <a:t>Manejo de ficheros</a:t>
            </a:r>
          </a:p>
          <a:p>
            <a:pPr algn="just"/>
            <a:r>
              <a:rPr lang="es-ES" sz="1600" dirty="0"/>
              <a:t>Introducción a las interfaces gráficas con </a:t>
            </a:r>
            <a:r>
              <a:rPr lang="es-ES" sz="1600" dirty="0" err="1"/>
              <a:t>tkinter</a:t>
            </a:r>
            <a:endParaRPr lang="es-ES" sz="1600" dirty="0"/>
          </a:p>
          <a:p>
            <a:pPr algn="just"/>
            <a:r>
              <a:rPr lang="es-ES" sz="1600" dirty="0"/>
              <a:t>Base de datos con </a:t>
            </a:r>
            <a:r>
              <a:rPr lang="es-ES" sz="1600" dirty="0" err="1"/>
              <a:t>Sqlite</a:t>
            </a:r>
            <a:endParaRPr lang="es-ES" sz="1600" dirty="0"/>
          </a:p>
          <a:p>
            <a:pPr algn="just"/>
            <a:r>
              <a:rPr lang="es-ES" sz="1600" dirty="0"/>
              <a:t>Funciones avanzadas </a:t>
            </a:r>
          </a:p>
          <a:p>
            <a:pPr algn="just"/>
            <a:r>
              <a:rPr lang="es-ES" sz="1600" dirty="0"/>
              <a:t>Documentación y pruebas</a:t>
            </a:r>
          </a:p>
          <a:p>
            <a:pPr algn="just"/>
            <a:r>
              <a:rPr lang="es-ES" sz="1600" dirty="0"/>
              <a:t>Distribución</a:t>
            </a:r>
          </a:p>
        </p:txBody>
      </p:sp>
      <p:sp>
        <p:nvSpPr>
          <p:cNvPr id="5" name="Title 4">
            <a:extLst>
              <a:ext uri="{FF2B5EF4-FFF2-40B4-BE49-F238E27FC236}">
                <a16:creationId xmlns:a16="http://schemas.microsoft.com/office/drawing/2014/main" id="{AB95A10F-ABD6-43E3-BA22-4C4688B83560}"/>
              </a:ext>
            </a:extLst>
          </p:cNvPr>
          <p:cNvSpPr>
            <a:spLocks noGrp="1"/>
          </p:cNvSpPr>
          <p:nvPr>
            <p:ph type="title"/>
          </p:nvPr>
        </p:nvSpPr>
        <p:spPr>
          <a:xfrm>
            <a:off x="838200" y="277813"/>
            <a:ext cx="10515600" cy="1325563"/>
          </a:xfrm>
        </p:spPr>
        <p:txBody>
          <a:bodyPr/>
          <a:lstStyle/>
          <a:p>
            <a:r>
              <a:rPr lang="es-ES" dirty="0"/>
              <a:t>Fase 4 – Temas avanzados</a:t>
            </a:r>
          </a:p>
        </p:txBody>
      </p:sp>
    </p:spTree>
    <p:extLst>
      <p:ext uri="{BB962C8B-B14F-4D97-AF65-F5344CB8AC3E}">
        <p14:creationId xmlns:p14="http://schemas.microsoft.com/office/powerpoint/2010/main" val="1400192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A1C840-8749-4620-8D76-95F77D475268}"/>
              </a:ext>
            </a:extLst>
          </p:cNvPr>
          <p:cNvSpPr>
            <a:spLocks noGrp="1"/>
          </p:cNvSpPr>
          <p:nvPr>
            <p:ph idx="1"/>
          </p:nvPr>
        </p:nvSpPr>
        <p:spPr>
          <a:xfrm>
            <a:off x="1029789" y="1690688"/>
            <a:ext cx="9855925" cy="3033712"/>
          </a:xfrm>
        </p:spPr>
        <p:txBody>
          <a:bodyPr>
            <a:normAutofit/>
          </a:bodyPr>
          <a:lstStyle/>
          <a:p>
            <a:pPr marL="0" indent="0">
              <a:buNone/>
            </a:pPr>
            <a:endParaRPr lang="es-ES" sz="1600" dirty="0"/>
          </a:p>
          <a:p>
            <a:pPr algn="just"/>
            <a:r>
              <a:rPr lang="es-ES" sz="1600" dirty="0"/>
              <a:t>Implementación de matrices con </a:t>
            </a:r>
            <a:r>
              <a:rPr lang="es-ES" sz="1600" dirty="0" err="1"/>
              <a:t>NumPy</a:t>
            </a:r>
            <a:endParaRPr lang="es-ES" sz="1600" dirty="0"/>
          </a:p>
          <a:p>
            <a:pPr algn="just"/>
            <a:r>
              <a:rPr lang="es-ES" sz="1600" dirty="0"/>
              <a:t>Manipulación de datos con Pandas</a:t>
            </a:r>
          </a:p>
          <a:p>
            <a:pPr algn="just"/>
            <a:r>
              <a:rPr lang="es-ES" sz="1600" dirty="0"/>
              <a:t>Visualizaciones con </a:t>
            </a:r>
            <a:r>
              <a:rPr lang="es-ES" sz="1600" dirty="0" err="1"/>
              <a:t>Matplotlib</a:t>
            </a:r>
            <a:endParaRPr lang="es-ES" sz="1600" dirty="0"/>
          </a:p>
          <a:p>
            <a:pPr algn="just"/>
            <a:r>
              <a:rPr lang="es-ES" sz="1600" dirty="0"/>
              <a:t>Machine Learning con SciKit-Learn</a:t>
            </a:r>
          </a:p>
          <a:p>
            <a:pPr algn="just"/>
            <a:r>
              <a:rPr lang="es-ES" sz="1600" dirty="0"/>
              <a:t>Introducción a TensorFlow</a:t>
            </a:r>
          </a:p>
        </p:txBody>
      </p:sp>
      <p:sp>
        <p:nvSpPr>
          <p:cNvPr id="5" name="Title 4">
            <a:extLst>
              <a:ext uri="{FF2B5EF4-FFF2-40B4-BE49-F238E27FC236}">
                <a16:creationId xmlns:a16="http://schemas.microsoft.com/office/drawing/2014/main" id="{AB95A10F-ABD6-43E3-BA22-4C4688B83560}"/>
              </a:ext>
            </a:extLst>
          </p:cNvPr>
          <p:cNvSpPr>
            <a:spLocks noGrp="1"/>
          </p:cNvSpPr>
          <p:nvPr>
            <p:ph type="title"/>
          </p:nvPr>
        </p:nvSpPr>
        <p:spPr>
          <a:xfrm>
            <a:off x="838200" y="277813"/>
            <a:ext cx="10515600" cy="1325563"/>
          </a:xfrm>
        </p:spPr>
        <p:txBody>
          <a:bodyPr/>
          <a:lstStyle/>
          <a:p>
            <a:r>
              <a:rPr lang="es-ES" dirty="0"/>
              <a:t>Fase 5 – Python para ciencia de datos</a:t>
            </a:r>
          </a:p>
        </p:txBody>
      </p:sp>
    </p:spTree>
    <p:extLst>
      <p:ext uri="{BB962C8B-B14F-4D97-AF65-F5344CB8AC3E}">
        <p14:creationId xmlns:p14="http://schemas.microsoft.com/office/powerpoint/2010/main" val="2646610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1A978-B490-4FB3-A278-040C761C8B1D}"/>
              </a:ext>
            </a:extLst>
          </p:cNvPr>
          <p:cNvSpPr>
            <a:spLocks noGrp="1"/>
          </p:cNvSpPr>
          <p:nvPr>
            <p:ph type="title"/>
          </p:nvPr>
        </p:nvSpPr>
        <p:spPr/>
        <p:txBody>
          <a:bodyPr/>
          <a:lstStyle/>
          <a:p>
            <a:r>
              <a:rPr lang="es-ES" dirty="0"/>
              <a:t>El entorno de aprendizaje</a:t>
            </a:r>
          </a:p>
        </p:txBody>
      </p:sp>
      <p:sp>
        <p:nvSpPr>
          <p:cNvPr id="3" name="Content Placeholder 2">
            <a:extLst>
              <a:ext uri="{FF2B5EF4-FFF2-40B4-BE49-F238E27FC236}">
                <a16:creationId xmlns:a16="http://schemas.microsoft.com/office/drawing/2014/main" id="{2B413BDE-8E86-47A4-861D-E1E42A3DA97F}"/>
              </a:ext>
            </a:extLst>
          </p:cNvPr>
          <p:cNvSpPr>
            <a:spLocks noGrp="1"/>
          </p:cNvSpPr>
          <p:nvPr>
            <p:ph idx="1"/>
          </p:nvPr>
        </p:nvSpPr>
        <p:spPr/>
        <p:txBody>
          <a:bodyPr/>
          <a:lstStyle/>
          <a:p>
            <a:r>
              <a:rPr lang="es-ES" dirty="0"/>
              <a:t>Preparar el entorno</a:t>
            </a:r>
          </a:p>
          <a:p>
            <a:r>
              <a:rPr lang="es-ES" dirty="0"/>
              <a:t>Nociones sobre </a:t>
            </a:r>
            <a:r>
              <a:rPr lang="es-ES" dirty="0" err="1"/>
              <a:t>Jupyter</a:t>
            </a:r>
            <a:endParaRPr lang="es-ES" dirty="0"/>
          </a:p>
          <a:p>
            <a:pPr marL="0" indent="0">
              <a:buNone/>
            </a:pPr>
            <a:endParaRPr lang="es-ES" dirty="0"/>
          </a:p>
        </p:txBody>
      </p:sp>
    </p:spTree>
    <p:extLst>
      <p:ext uri="{BB962C8B-B14F-4D97-AF65-F5344CB8AC3E}">
        <p14:creationId xmlns:p14="http://schemas.microsoft.com/office/powerpoint/2010/main" val="1453215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45154-3519-4208-A63D-C0AE0185FC31}"/>
              </a:ext>
            </a:extLst>
          </p:cNvPr>
          <p:cNvSpPr>
            <a:spLocks noGrp="1"/>
          </p:cNvSpPr>
          <p:nvPr>
            <p:ph type="title"/>
          </p:nvPr>
        </p:nvSpPr>
        <p:spPr/>
        <p:txBody>
          <a:bodyPr/>
          <a:lstStyle/>
          <a:p>
            <a:endParaRPr lang="es-ES"/>
          </a:p>
        </p:txBody>
      </p:sp>
      <p:sp>
        <p:nvSpPr>
          <p:cNvPr id="3" name="Content Placeholder 2">
            <a:extLst>
              <a:ext uri="{FF2B5EF4-FFF2-40B4-BE49-F238E27FC236}">
                <a16:creationId xmlns:a16="http://schemas.microsoft.com/office/drawing/2014/main" id="{AFD7CDF5-EFF1-4591-8CCE-7CD8621BB6FA}"/>
              </a:ext>
            </a:extLst>
          </p:cNvPr>
          <p:cNvSpPr>
            <a:spLocks noGrp="1"/>
          </p:cNvSpPr>
          <p:nvPr>
            <p:ph idx="1"/>
          </p:nvPr>
        </p:nvSpPr>
        <p:spPr/>
        <p:txBody>
          <a:bodyPr/>
          <a:lstStyle/>
          <a:p>
            <a:r>
              <a:rPr lang="es-ES" dirty="0">
                <a:hlinkClick r:id="rId2"/>
              </a:rPr>
              <a:t>https://blog.desdelinux.net/ciencia-de-datos-con-python/</a:t>
            </a:r>
            <a:endParaRPr lang="es-ES" dirty="0"/>
          </a:p>
        </p:txBody>
      </p:sp>
      <p:pic>
        <p:nvPicPr>
          <p:cNvPr id="1026" name="Picture 2" descr="Ciencia de datos con Python">
            <a:extLst>
              <a:ext uri="{FF2B5EF4-FFF2-40B4-BE49-F238E27FC236}">
                <a16:creationId xmlns:a16="http://schemas.microsoft.com/office/drawing/2014/main" id="{7963A41A-8BC7-4621-81AC-B2713E8BAC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7144" y="0"/>
            <a:ext cx="7497711" cy="4837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34479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1A978-B490-4FB3-A278-040C761C8B1D}"/>
              </a:ext>
            </a:extLst>
          </p:cNvPr>
          <p:cNvSpPr>
            <a:spLocks noGrp="1"/>
          </p:cNvSpPr>
          <p:nvPr>
            <p:ph type="title"/>
          </p:nvPr>
        </p:nvSpPr>
        <p:spPr>
          <a:xfrm>
            <a:off x="666750" y="517524"/>
            <a:ext cx="7124700" cy="1325563"/>
          </a:xfrm>
        </p:spPr>
        <p:txBody>
          <a:bodyPr/>
          <a:lstStyle/>
          <a:p>
            <a:r>
              <a:rPr lang="es-ES" dirty="0"/>
              <a:t>El entorno de aprendizaje:</a:t>
            </a:r>
          </a:p>
        </p:txBody>
      </p:sp>
      <p:sp>
        <p:nvSpPr>
          <p:cNvPr id="3" name="Content Placeholder 2">
            <a:extLst>
              <a:ext uri="{FF2B5EF4-FFF2-40B4-BE49-F238E27FC236}">
                <a16:creationId xmlns:a16="http://schemas.microsoft.com/office/drawing/2014/main" id="{2B413BDE-8E86-47A4-861D-E1E42A3DA97F}"/>
              </a:ext>
            </a:extLst>
          </p:cNvPr>
          <p:cNvSpPr>
            <a:spLocks noGrp="1"/>
          </p:cNvSpPr>
          <p:nvPr>
            <p:ph idx="1"/>
          </p:nvPr>
        </p:nvSpPr>
        <p:spPr>
          <a:xfrm>
            <a:off x="838200" y="2916237"/>
            <a:ext cx="10515600" cy="3160713"/>
          </a:xfrm>
        </p:spPr>
        <p:txBody>
          <a:bodyPr>
            <a:normAutofit/>
          </a:bodyPr>
          <a:lstStyle/>
          <a:p>
            <a:pPr marL="0" indent="0">
              <a:buNone/>
            </a:pPr>
            <a:endParaRPr lang="es-ES" sz="1400" dirty="0"/>
          </a:p>
          <a:p>
            <a:pPr marL="0" indent="0">
              <a:buNone/>
            </a:pPr>
            <a:endParaRPr lang="es-ES" sz="1400" dirty="0"/>
          </a:p>
          <a:p>
            <a:pPr marL="0" indent="0">
              <a:buNone/>
            </a:pPr>
            <a:endParaRPr lang="es-ES" sz="1400" dirty="0"/>
          </a:p>
          <a:p>
            <a:pPr marL="0" indent="0">
              <a:buNone/>
            </a:pPr>
            <a:r>
              <a:rPr lang="es-ES" sz="1400" dirty="0"/>
              <a:t>Suite Anaconda: Distribución libre de los lenguajes Python y R utilizada en ciencia de datos y Machine Learning, muy útil como entorno de aprendizaje</a:t>
            </a:r>
          </a:p>
          <a:p>
            <a:pPr marL="0" indent="0">
              <a:buNone/>
            </a:pPr>
            <a:r>
              <a:rPr lang="es-ES" sz="1400" dirty="0"/>
              <a:t>La suite Anaconda incluye las tres herramientas fundamentales:</a:t>
            </a:r>
          </a:p>
          <a:p>
            <a:r>
              <a:rPr lang="es-ES" sz="1400" b="1" dirty="0"/>
              <a:t>Anaconda </a:t>
            </a:r>
            <a:r>
              <a:rPr lang="es-ES" sz="1400" b="1" dirty="0" err="1"/>
              <a:t>Prompt</a:t>
            </a:r>
            <a:r>
              <a:rPr lang="es-ES" sz="1400" b="1" dirty="0"/>
              <a:t>: </a:t>
            </a:r>
            <a:r>
              <a:rPr lang="es-ES" sz="1400" dirty="0"/>
              <a:t>Una terminal con un intérprete de Python aislado para que no entre en conflicto con otras versiones de Python, perfecta para ejecutar los scripts</a:t>
            </a:r>
          </a:p>
          <a:p>
            <a:pPr algn="just"/>
            <a:r>
              <a:rPr lang="es-ES" sz="1400" b="1" dirty="0" err="1"/>
              <a:t>Jupyter</a:t>
            </a:r>
            <a:r>
              <a:rPr lang="es-ES" sz="1400" b="1" dirty="0"/>
              <a:t> Notebook / </a:t>
            </a:r>
            <a:r>
              <a:rPr lang="es-ES" sz="1400" b="1" dirty="0" err="1"/>
              <a:t>JupyterLab</a:t>
            </a:r>
            <a:r>
              <a:rPr lang="es-ES" sz="1400" b="1" dirty="0"/>
              <a:t> : </a:t>
            </a:r>
            <a:r>
              <a:rPr lang="es-ES" sz="1400" dirty="0"/>
              <a:t>Herramienta que permite crear y compartir documentos con código fuente y texto explicativo</a:t>
            </a:r>
          </a:p>
          <a:p>
            <a:r>
              <a:rPr lang="es-ES" sz="1400" b="1" dirty="0"/>
              <a:t>Spyder: </a:t>
            </a:r>
            <a:r>
              <a:rPr lang="es-ES" sz="1400" dirty="0"/>
              <a:t>Un editor de código simple pero eficaz, integrado con el intérprete aislado.</a:t>
            </a:r>
          </a:p>
        </p:txBody>
      </p:sp>
      <p:pic>
        <p:nvPicPr>
          <p:cNvPr id="1026" name="Picture 2" descr="Anaconda">
            <a:extLst>
              <a:ext uri="{FF2B5EF4-FFF2-40B4-BE49-F238E27FC236}">
                <a16:creationId xmlns:a16="http://schemas.microsoft.com/office/drawing/2014/main" id="{140659C9-A05F-4640-9568-BF7B254DCC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0" y="1844674"/>
            <a:ext cx="5715000" cy="9715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67A19D7B-8072-493C-BED0-2333E1E4D832}"/>
              </a:ext>
            </a:extLst>
          </p:cNvPr>
          <p:cNvPicPr>
            <a:picLocks noChangeAspect="1"/>
          </p:cNvPicPr>
          <p:nvPr/>
        </p:nvPicPr>
        <p:blipFill>
          <a:blip r:embed="rId3"/>
          <a:stretch>
            <a:fillRect/>
          </a:stretch>
        </p:blipFill>
        <p:spPr>
          <a:xfrm>
            <a:off x="6719946" y="709629"/>
            <a:ext cx="5243454" cy="2825715"/>
          </a:xfrm>
          <a:prstGeom prst="rect">
            <a:avLst/>
          </a:prstGeom>
        </p:spPr>
      </p:pic>
    </p:spTree>
    <p:extLst>
      <p:ext uri="{BB962C8B-B14F-4D97-AF65-F5344CB8AC3E}">
        <p14:creationId xmlns:p14="http://schemas.microsoft.com/office/powerpoint/2010/main" val="3752811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24D11-8405-4ABD-9F3D-EF6BD586930D}"/>
              </a:ext>
            </a:extLst>
          </p:cNvPr>
          <p:cNvSpPr>
            <a:spLocks noGrp="1"/>
          </p:cNvSpPr>
          <p:nvPr>
            <p:ph type="title"/>
          </p:nvPr>
        </p:nvSpPr>
        <p:spPr>
          <a:xfrm>
            <a:off x="790575" y="320463"/>
            <a:ext cx="8062854" cy="1115415"/>
          </a:xfrm>
        </p:spPr>
        <p:txBody>
          <a:bodyPr vert="horz" lIns="91440" tIns="45720" rIns="91440" bIns="45720" rtlCol="0" anchor="b">
            <a:normAutofit/>
          </a:bodyPr>
          <a:lstStyle/>
          <a:p>
            <a:pPr algn="ctr"/>
            <a:r>
              <a:rPr lang="en-US" sz="4900" dirty="0" err="1"/>
              <a:t>Instalar</a:t>
            </a:r>
            <a:r>
              <a:rPr lang="en-US" sz="4900" dirty="0"/>
              <a:t> anaconda en Windows</a:t>
            </a:r>
          </a:p>
        </p:txBody>
      </p:sp>
      <p:pic>
        <p:nvPicPr>
          <p:cNvPr id="9" name="Picture 8">
            <a:extLst>
              <a:ext uri="{FF2B5EF4-FFF2-40B4-BE49-F238E27FC236}">
                <a16:creationId xmlns:a16="http://schemas.microsoft.com/office/drawing/2014/main" id="{7CA94C1E-C952-42B8-AAB4-E5E995D58B00}"/>
              </a:ext>
            </a:extLst>
          </p:cNvPr>
          <p:cNvPicPr>
            <a:picLocks noChangeAspect="1"/>
          </p:cNvPicPr>
          <p:nvPr/>
        </p:nvPicPr>
        <p:blipFill rotWithShape="1">
          <a:blip r:embed="rId3"/>
          <a:srcRect l="1" t="568" r="24531" b="46666"/>
          <a:stretch/>
        </p:blipFill>
        <p:spPr>
          <a:xfrm>
            <a:off x="5119387" y="4194107"/>
            <a:ext cx="3529109" cy="1252253"/>
          </a:xfrm>
          <a:prstGeom prst="rect">
            <a:avLst/>
          </a:prstGeom>
        </p:spPr>
      </p:pic>
      <p:pic>
        <p:nvPicPr>
          <p:cNvPr id="10" name="Picture 9">
            <a:extLst>
              <a:ext uri="{FF2B5EF4-FFF2-40B4-BE49-F238E27FC236}">
                <a16:creationId xmlns:a16="http://schemas.microsoft.com/office/drawing/2014/main" id="{94152C38-C128-4798-BDD9-0E00C1B20943}"/>
              </a:ext>
            </a:extLst>
          </p:cNvPr>
          <p:cNvPicPr>
            <a:picLocks noChangeAspect="1"/>
          </p:cNvPicPr>
          <p:nvPr/>
        </p:nvPicPr>
        <p:blipFill rotWithShape="1">
          <a:blip r:embed="rId4"/>
          <a:srcRect l="2732" t="2915" r="5433" b="7449"/>
          <a:stretch/>
        </p:blipFill>
        <p:spPr>
          <a:xfrm>
            <a:off x="8143874" y="3882647"/>
            <a:ext cx="2428875" cy="1878807"/>
          </a:xfrm>
          <a:prstGeom prst="rect">
            <a:avLst/>
          </a:prstGeom>
        </p:spPr>
      </p:pic>
      <p:pic>
        <p:nvPicPr>
          <p:cNvPr id="8" name="Picture 7">
            <a:extLst>
              <a:ext uri="{FF2B5EF4-FFF2-40B4-BE49-F238E27FC236}">
                <a16:creationId xmlns:a16="http://schemas.microsoft.com/office/drawing/2014/main" id="{BFDA6561-73C0-4FE4-8A69-124A36BF5417}"/>
              </a:ext>
            </a:extLst>
          </p:cNvPr>
          <p:cNvPicPr>
            <a:picLocks noChangeAspect="1"/>
          </p:cNvPicPr>
          <p:nvPr/>
        </p:nvPicPr>
        <p:blipFill rotWithShape="1">
          <a:blip r:embed="rId5"/>
          <a:srcRect r="6201"/>
          <a:stretch/>
        </p:blipFill>
        <p:spPr>
          <a:xfrm>
            <a:off x="5119387" y="1411640"/>
            <a:ext cx="5134175" cy="2425896"/>
          </a:xfrm>
          <a:prstGeom prst="rect">
            <a:avLst/>
          </a:prstGeom>
        </p:spPr>
      </p:pic>
      <p:cxnSp>
        <p:nvCxnSpPr>
          <p:cNvPr id="20" name="Straight Connector 14">
            <a:extLst>
              <a:ext uri="{FF2B5EF4-FFF2-40B4-BE49-F238E27FC236}">
                <a16:creationId xmlns:a16="http://schemas.microsoft.com/office/drawing/2014/main" id="{8F880EF2-DF79-4D9D-8F11-E91D48C7974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5778706"/>
            <a:ext cx="9144000" cy="0"/>
          </a:xfrm>
          <a:prstGeom prst="line">
            <a:avLst/>
          </a:prstGeom>
          <a:ln w="19050">
            <a:solidFill>
              <a:srgbClr val="73A0DB"/>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B9C14446-F95F-4910-82EF-768027C61D6F}"/>
              </a:ext>
            </a:extLst>
          </p:cNvPr>
          <p:cNvSpPr/>
          <p:nvPr/>
        </p:nvSpPr>
        <p:spPr>
          <a:xfrm>
            <a:off x="1172356" y="1916248"/>
            <a:ext cx="6096000" cy="923330"/>
          </a:xfrm>
          <a:prstGeom prst="rect">
            <a:avLst/>
          </a:prstGeom>
        </p:spPr>
        <p:txBody>
          <a:bodyPr>
            <a:spAutoFit/>
          </a:bodyPr>
          <a:lstStyle/>
          <a:p>
            <a:pPr marL="514350" indent="-514350">
              <a:buAutoNum type="arabicPeriod"/>
            </a:pPr>
            <a:r>
              <a:rPr lang="es-ES" dirty="0"/>
              <a:t>Descargar desde anaconda.org</a:t>
            </a:r>
          </a:p>
          <a:p>
            <a:pPr marL="514350" indent="-514350">
              <a:buAutoNum type="arabicPeriod"/>
            </a:pPr>
            <a:r>
              <a:rPr lang="es-ES" dirty="0"/>
              <a:t>Abrir y ejecutar</a:t>
            </a:r>
          </a:p>
          <a:p>
            <a:pPr marL="514350" indent="-514350">
              <a:buAutoNum type="arabicPeriod"/>
            </a:pPr>
            <a:r>
              <a:rPr lang="es-ES" dirty="0"/>
              <a:t>Seguir los pasos de instalación</a:t>
            </a:r>
          </a:p>
        </p:txBody>
      </p:sp>
    </p:spTree>
    <p:extLst>
      <p:ext uri="{BB962C8B-B14F-4D97-AF65-F5344CB8AC3E}">
        <p14:creationId xmlns:p14="http://schemas.microsoft.com/office/powerpoint/2010/main" val="4050434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24D11-8405-4ABD-9F3D-EF6BD586930D}"/>
              </a:ext>
            </a:extLst>
          </p:cNvPr>
          <p:cNvSpPr>
            <a:spLocks noGrp="1"/>
          </p:cNvSpPr>
          <p:nvPr>
            <p:ph type="title"/>
          </p:nvPr>
        </p:nvSpPr>
        <p:spPr>
          <a:xfrm>
            <a:off x="566796" y="382612"/>
            <a:ext cx="7453254" cy="1115415"/>
          </a:xfrm>
        </p:spPr>
        <p:txBody>
          <a:bodyPr vert="horz" lIns="91440" tIns="45720" rIns="91440" bIns="45720" rtlCol="0" anchor="b">
            <a:normAutofit/>
          </a:bodyPr>
          <a:lstStyle/>
          <a:p>
            <a:pPr algn="ctr"/>
            <a:r>
              <a:rPr lang="en-US" sz="4900"/>
              <a:t>Instalar anaconda en Mac</a:t>
            </a:r>
            <a:endParaRPr lang="en-US" sz="4900" dirty="0"/>
          </a:p>
        </p:txBody>
      </p:sp>
      <p:cxnSp>
        <p:nvCxnSpPr>
          <p:cNvPr id="20" name="Straight Connector 14">
            <a:extLst>
              <a:ext uri="{FF2B5EF4-FFF2-40B4-BE49-F238E27FC236}">
                <a16:creationId xmlns:a16="http://schemas.microsoft.com/office/drawing/2014/main" id="{8F880EF2-DF79-4D9D-8F11-E91D48C7974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5778706"/>
            <a:ext cx="9144000" cy="0"/>
          </a:xfrm>
          <a:prstGeom prst="line">
            <a:avLst/>
          </a:prstGeom>
          <a:ln w="19050">
            <a:solidFill>
              <a:srgbClr val="73A0DB"/>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E7F16F15-2734-4328-A519-1847B8FFA061}"/>
              </a:ext>
            </a:extLst>
          </p:cNvPr>
          <p:cNvPicPr>
            <a:picLocks noChangeAspect="1"/>
          </p:cNvPicPr>
          <p:nvPr/>
        </p:nvPicPr>
        <p:blipFill rotWithShape="1">
          <a:blip r:embed="rId3"/>
          <a:srcRect r="6201"/>
          <a:stretch/>
        </p:blipFill>
        <p:spPr>
          <a:xfrm>
            <a:off x="6096000" y="1366707"/>
            <a:ext cx="5107324" cy="2413209"/>
          </a:xfrm>
          <a:prstGeom prst="rect">
            <a:avLst/>
          </a:prstGeom>
        </p:spPr>
      </p:pic>
      <p:pic>
        <p:nvPicPr>
          <p:cNvPr id="23" name="Picture 22">
            <a:extLst>
              <a:ext uri="{FF2B5EF4-FFF2-40B4-BE49-F238E27FC236}">
                <a16:creationId xmlns:a16="http://schemas.microsoft.com/office/drawing/2014/main" id="{3F14F634-A4A6-40FD-B0E7-045058665EF1}"/>
              </a:ext>
            </a:extLst>
          </p:cNvPr>
          <p:cNvPicPr>
            <a:picLocks noChangeAspect="1"/>
          </p:cNvPicPr>
          <p:nvPr/>
        </p:nvPicPr>
        <p:blipFill>
          <a:blip r:embed="rId4"/>
          <a:stretch>
            <a:fillRect/>
          </a:stretch>
        </p:blipFill>
        <p:spPr>
          <a:xfrm>
            <a:off x="1626222" y="3426979"/>
            <a:ext cx="3157879" cy="2284638"/>
          </a:xfrm>
          <a:prstGeom prst="rect">
            <a:avLst/>
          </a:prstGeom>
        </p:spPr>
      </p:pic>
      <p:pic>
        <p:nvPicPr>
          <p:cNvPr id="24" name="Picture 23">
            <a:extLst>
              <a:ext uri="{FF2B5EF4-FFF2-40B4-BE49-F238E27FC236}">
                <a16:creationId xmlns:a16="http://schemas.microsoft.com/office/drawing/2014/main" id="{4E4705E2-AB3D-4B9B-8F99-A2FDC5870F08}"/>
              </a:ext>
            </a:extLst>
          </p:cNvPr>
          <p:cNvPicPr>
            <a:picLocks noChangeAspect="1"/>
          </p:cNvPicPr>
          <p:nvPr/>
        </p:nvPicPr>
        <p:blipFill>
          <a:blip r:embed="rId5"/>
          <a:stretch>
            <a:fillRect/>
          </a:stretch>
        </p:blipFill>
        <p:spPr>
          <a:xfrm>
            <a:off x="4886324" y="3462536"/>
            <a:ext cx="3157879" cy="2282625"/>
          </a:xfrm>
          <a:prstGeom prst="rect">
            <a:avLst/>
          </a:prstGeom>
        </p:spPr>
      </p:pic>
      <p:sp>
        <p:nvSpPr>
          <p:cNvPr id="10" name="Rectangle 9">
            <a:extLst>
              <a:ext uri="{FF2B5EF4-FFF2-40B4-BE49-F238E27FC236}">
                <a16:creationId xmlns:a16="http://schemas.microsoft.com/office/drawing/2014/main" id="{F1AC7203-E63E-47EE-B601-0EE5EC5A07DB}"/>
              </a:ext>
            </a:extLst>
          </p:cNvPr>
          <p:cNvSpPr/>
          <p:nvPr/>
        </p:nvSpPr>
        <p:spPr>
          <a:xfrm>
            <a:off x="1172356" y="1916248"/>
            <a:ext cx="6096000" cy="923330"/>
          </a:xfrm>
          <a:prstGeom prst="rect">
            <a:avLst/>
          </a:prstGeom>
        </p:spPr>
        <p:txBody>
          <a:bodyPr>
            <a:spAutoFit/>
          </a:bodyPr>
          <a:lstStyle/>
          <a:p>
            <a:pPr marL="514350" indent="-514350">
              <a:buAutoNum type="arabicPeriod"/>
            </a:pPr>
            <a:r>
              <a:rPr lang="es-ES"/>
              <a:t>Descargar desde anaconda.org</a:t>
            </a:r>
          </a:p>
          <a:p>
            <a:pPr marL="514350" indent="-514350">
              <a:buAutoNum type="arabicPeriod"/>
            </a:pPr>
            <a:r>
              <a:rPr lang="es-ES"/>
              <a:t>Abrir y ejecutar</a:t>
            </a:r>
          </a:p>
          <a:p>
            <a:pPr marL="514350" indent="-514350">
              <a:buAutoNum type="arabicPeriod"/>
            </a:pPr>
            <a:r>
              <a:rPr lang="es-ES"/>
              <a:t>Seguir los pasos de instalación</a:t>
            </a:r>
            <a:endParaRPr lang="es-ES" dirty="0"/>
          </a:p>
        </p:txBody>
      </p:sp>
    </p:spTree>
    <p:extLst>
      <p:ext uri="{BB962C8B-B14F-4D97-AF65-F5344CB8AC3E}">
        <p14:creationId xmlns:p14="http://schemas.microsoft.com/office/powerpoint/2010/main" val="3793729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24D11-8405-4ABD-9F3D-EF6BD586930D}"/>
              </a:ext>
            </a:extLst>
          </p:cNvPr>
          <p:cNvSpPr>
            <a:spLocks noGrp="1"/>
          </p:cNvSpPr>
          <p:nvPr>
            <p:ph type="title"/>
          </p:nvPr>
        </p:nvSpPr>
        <p:spPr>
          <a:xfrm>
            <a:off x="626813" y="401352"/>
            <a:ext cx="7453254" cy="1115415"/>
          </a:xfrm>
        </p:spPr>
        <p:txBody>
          <a:bodyPr vert="horz" lIns="91440" tIns="45720" rIns="91440" bIns="45720" rtlCol="0" anchor="b">
            <a:normAutofit fontScale="90000"/>
          </a:bodyPr>
          <a:lstStyle/>
          <a:p>
            <a:pPr algn="ctr"/>
            <a:r>
              <a:rPr lang="en-US" sz="5400" dirty="0" err="1"/>
              <a:t>Instalar</a:t>
            </a:r>
            <a:r>
              <a:rPr lang="en-US" sz="5400" dirty="0"/>
              <a:t> anaconda en Linux</a:t>
            </a:r>
          </a:p>
        </p:txBody>
      </p:sp>
      <p:pic>
        <p:nvPicPr>
          <p:cNvPr id="8" name="Picture 7">
            <a:extLst>
              <a:ext uri="{FF2B5EF4-FFF2-40B4-BE49-F238E27FC236}">
                <a16:creationId xmlns:a16="http://schemas.microsoft.com/office/drawing/2014/main" id="{BFDA6561-73C0-4FE4-8A69-124A36BF5417}"/>
              </a:ext>
            </a:extLst>
          </p:cNvPr>
          <p:cNvPicPr>
            <a:picLocks noChangeAspect="1"/>
          </p:cNvPicPr>
          <p:nvPr/>
        </p:nvPicPr>
        <p:blipFill rotWithShape="1">
          <a:blip r:embed="rId3"/>
          <a:srcRect r="6201"/>
          <a:stretch/>
        </p:blipFill>
        <p:spPr>
          <a:xfrm>
            <a:off x="7808576" y="613560"/>
            <a:ext cx="3553968" cy="1679249"/>
          </a:xfrm>
          <a:prstGeom prst="rect">
            <a:avLst/>
          </a:prstGeom>
        </p:spPr>
      </p:pic>
      <p:cxnSp>
        <p:nvCxnSpPr>
          <p:cNvPr id="20" name="Straight Connector 14">
            <a:extLst>
              <a:ext uri="{FF2B5EF4-FFF2-40B4-BE49-F238E27FC236}">
                <a16:creationId xmlns:a16="http://schemas.microsoft.com/office/drawing/2014/main" id="{8F880EF2-DF79-4D9D-8F11-E91D48C7974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5778706"/>
            <a:ext cx="9144000" cy="0"/>
          </a:xfrm>
          <a:prstGeom prst="line">
            <a:avLst/>
          </a:prstGeom>
          <a:ln w="19050">
            <a:solidFill>
              <a:srgbClr val="73A0DB"/>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099931D8-6E89-4B33-BB8B-C70EA7EEFCB0}"/>
              </a:ext>
            </a:extLst>
          </p:cNvPr>
          <p:cNvPicPr>
            <a:picLocks noChangeAspect="1"/>
          </p:cNvPicPr>
          <p:nvPr/>
        </p:nvPicPr>
        <p:blipFill>
          <a:blip r:embed="rId4"/>
          <a:stretch>
            <a:fillRect/>
          </a:stretch>
        </p:blipFill>
        <p:spPr>
          <a:xfrm>
            <a:off x="7901806" y="2863481"/>
            <a:ext cx="3367510" cy="2434153"/>
          </a:xfrm>
          <a:prstGeom prst="rect">
            <a:avLst/>
          </a:prstGeom>
        </p:spPr>
      </p:pic>
      <p:pic>
        <p:nvPicPr>
          <p:cNvPr id="6" name="Picture 5">
            <a:extLst>
              <a:ext uri="{FF2B5EF4-FFF2-40B4-BE49-F238E27FC236}">
                <a16:creationId xmlns:a16="http://schemas.microsoft.com/office/drawing/2014/main" id="{636A80BF-B916-46D6-9620-0D7A2813B214}"/>
              </a:ext>
            </a:extLst>
          </p:cNvPr>
          <p:cNvPicPr>
            <a:picLocks noChangeAspect="1"/>
          </p:cNvPicPr>
          <p:nvPr/>
        </p:nvPicPr>
        <p:blipFill>
          <a:blip r:embed="rId5"/>
          <a:stretch>
            <a:fillRect/>
          </a:stretch>
        </p:blipFill>
        <p:spPr>
          <a:xfrm>
            <a:off x="8080067" y="2382409"/>
            <a:ext cx="3010987" cy="360341"/>
          </a:xfrm>
          <a:prstGeom prst="rect">
            <a:avLst/>
          </a:prstGeom>
        </p:spPr>
      </p:pic>
      <p:pic>
        <p:nvPicPr>
          <p:cNvPr id="9" name="Picture 8">
            <a:extLst>
              <a:ext uri="{FF2B5EF4-FFF2-40B4-BE49-F238E27FC236}">
                <a16:creationId xmlns:a16="http://schemas.microsoft.com/office/drawing/2014/main" id="{11A45C64-4087-4676-BD8D-B8D94947FE7A}"/>
              </a:ext>
            </a:extLst>
          </p:cNvPr>
          <p:cNvPicPr>
            <a:picLocks noChangeAspect="1"/>
          </p:cNvPicPr>
          <p:nvPr/>
        </p:nvPicPr>
        <p:blipFill>
          <a:blip r:embed="rId6"/>
          <a:stretch>
            <a:fillRect/>
          </a:stretch>
        </p:blipFill>
        <p:spPr>
          <a:xfrm>
            <a:off x="8494797" y="5313716"/>
            <a:ext cx="2181529" cy="285790"/>
          </a:xfrm>
          <a:prstGeom prst="rect">
            <a:avLst/>
          </a:prstGeom>
        </p:spPr>
      </p:pic>
      <p:sp>
        <p:nvSpPr>
          <p:cNvPr id="3" name="Rectangle 2">
            <a:extLst>
              <a:ext uri="{FF2B5EF4-FFF2-40B4-BE49-F238E27FC236}">
                <a16:creationId xmlns:a16="http://schemas.microsoft.com/office/drawing/2014/main" id="{E3E6E60A-92F0-4778-A0AF-4FEFD1767123}"/>
              </a:ext>
            </a:extLst>
          </p:cNvPr>
          <p:cNvSpPr/>
          <p:nvPr/>
        </p:nvSpPr>
        <p:spPr>
          <a:xfrm>
            <a:off x="1242195" y="1997839"/>
            <a:ext cx="6096000" cy="2862322"/>
          </a:xfrm>
          <a:prstGeom prst="rect">
            <a:avLst/>
          </a:prstGeom>
        </p:spPr>
        <p:txBody>
          <a:bodyPr>
            <a:spAutoFit/>
          </a:bodyPr>
          <a:lstStyle/>
          <a:p>
            <a:pPr marL="514350" indent="-514350">
              <a:buAutoNum type="arabicPeriod"/>
            </a:pPr>
            <a:r>
              <a:rPr lang="es-ES" dirty="0"/>
              <a:t>Descargar desde anaconda.org</a:t>
            </a:r>
          </a:p>
          <a:p>
            <a:pPr marL="514350" indent="-514350">
              <a:buAutoNum type="arabicPeriod"/>
            </a:pPr>
            <a:r>
              <a:rPr lang="es-ES" dirty="0"/>
              <a:t>Guardar en el directorio de descargas. Esto descarga un script tipo .</a:t>
            </a:r>
            <a:r>
              <a:rPr lang="es-ES" dirty="0" err="1"/>
              <a:t>sh</a:t>
            </a:r>
            <a:r>
              <a:rPr lang="es-ES" dirty="0"/>
              <a:t> que podremos ejecutar desde la terminal</a:t>
            </a:r>
          </a:p>
          <a:p>
            <a:pPr marL="514350" indent="-514350">
              <a:buAutoNum type="arabicPeriod"/>
            </a:pPr>
            <a:r>
              <a:rPr lang="es-ES" dirty="0"/>
              <a:t>Abrimos la terminal y navegamos hasta el directorio de descarga</a:t>
            </a:r>
          </a:p>
          <a:p>
            <a:pPr marL="514350" indent="-514350">
              <a:buAutoNum type="arabicPeriod"/>
            </a:pPr>
            <a:r>
              <a:rPr lang="es-ES" dirty="0"/>
              <a:t>Ejecutamos el script</a:t>
            </a:r>
          </a:p>
          <a:p>
            <a:pPr marL="514350" indent="-514350">
              <a:buAutoNum type="arabicPeriod"/>
            </a:pPr>
            <a:r>
              <a:rPr lang="es-ES" dirty="0"/>
              <a:t>Seguimos los pasos</a:t>
            </a:r>
          </a:p>
          <a:p>
            <a:pPr marL="514350" indent="-514350">
              <a:buAutoNum type="arabicPeriod"/>
            </a:pPr>
            <a:r>
              <a:rPr lang="es-ES" dirty="0"/>
              <a:t>Añadir al </a:t>
            </a:r>
            <a:r>
              <a:rPr lang="es-ES" dirty="0" err="1"/>
              <a:t>path</a:t>
            </a:r>
            <a:endParaRPr lang="es-ES" dirty="0"/>
          </a:p>
          <a:p>
            <a:pPr marL="514350" indent="-514350">
              <a:buAutoNum type="arabicPeriod"/>
            </a:pPr>
            <a:r>
              <a:rPr lang="es-ES" dirty="0"/>
              <a:t>Para abrir el programa ejecutar en la terminal anaconda-</a:t>
            </a:r>
            <a:r>
              <a:rPr lang="es-ES" dirty="0" err="1"/>
              <a:t>navigator</a:t>
            </a:r>
            <a:endParaRPr lang="es-ES" dirty="0"/>
          </a:p>
        </p:txBody>
      </p:sp>
    </p:spTree>
    <p:extLst>
      <p:ext uri="{BB962C8B-B14F-4D97-AF65-F5344CB8AC3E}">
        <p14:creationId xmlns:p14="http://schemas.microsoft.com/office/powerpoint/2010/main" val="767556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1A978-B490-4FB3-A278-040C761C8B1D}"/>
              </a:ext>
            </a:extLst>
          </p:cNvPr>
          <p:cNvSpPr>
            <a:spLocks noGrp="1"/>
          </p:cNvSpPr>
          <p:nvPr>
            <p:ph type="title"/>
          </p:nvPr>
        </p:nvSpPr>
        <p:spPr/>
        <p:txBody>
          <a:bodyPr/>
          <a:lstStyle/>
          <a:p>
            <a:r>
              <a:rPr lang="es-ES" dirty="0"/>
              <a:t>Nociones sobre </a:t>
            </a:r>
            <a:r>
              <a:rPr lang="es-ES" dirty="0" err="1"/>
              <a:t>Jupyter</a:t>
            </a:r>
            <a:endParaRPr lang="es-ES" dirty="0"/>
          </a:p>
        </p:txBody>
      </p:sp>
      <p:pic>
        <p:nvPicPr>
          <p:cNvPr id="6" name="Picture 5">
            <a:extLst>
              <a:ext uri="{FF2B5EF4-FFF2-40B4-BE49-F238E27FC236}">
                <a16:creationId xmlns:a16="http://schemas.microsoft.com/office/drawing/2014/main" id="{894805D3-F149-453E-890A-D6D114B80439}"/>
              </a:ext>
            </a:extLst>
          </p:cNvPr>
          <p:cNvPicPr>
            <a:picLocks noChangeAspect="1"/>
          </p:cNvPicPr>
          <p:nvPr/>
        </p:nvPicPr>
        <p:blipFill rotWithShape="1">
          <a:blip r:embed="rId3"/>
          <a:srcRect l="-1" r="913"/>
          <a:stretch/>
        </p:blipFill>
        <p:spPr>
          <a:xfrm>
            <a:off x="624102" y="1690688"/>
            <a:ext cx="10843998" cy="4289742"/>
          </a:xfrm>
          <a:prstGeom prst="rect">
            <a:avLst/>
          </a:prstGeom>
          <a:ln>
            <a:solidFill>
              <a:schemeClr val="tx1"/>
            </a:solidFill>
          </a:ln>
        </p:spPr>
      </p:pic>
    </p:spTree>
    <p:extLst>
      <p:ext uri="{BB962C8B-B14F-4D97-AF65-F5344CB8AC3E}">
        <p14:creationId xmlns:p14="http://schemas.microsoft.com/office/powerpoint/2010/main" val="2865580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FC75F-8C8B-40F5-9CF3-0436387BB574}"/>
              </a:ext>
            </a:extLst>
          </p:cNvPr>
          <p:cNvSpPr>
            <a:spLocks noGrp="1"/>
          </p:cNvSpPr>
          <p:nvPr>
            <p:ph type="title"/>
          </p:nvPr>
        </p:nvSpPr>
        <p:spPr/>
        <p:txBody>
          <a:bodyPr/>
          <a:lstStyle/>
          <a:p>
            <a:r>
              <a:rPr lang="es-ES" dirty="0" err="1"/>
              <a:t>JupyterLab</a:t>
            </a:r>
            <a:endParaRPr lang="es-ES" dirty="0"/>
          </a:p>
        </p:txBody>
      </p:sp>
      <p:sp>
        <p:nvSpPr>
          <p:cNvPr id="4" name="TextBox 3">
            <a:extLst>
              <a:ext uri="{FF2B5EF4-FFF2-40B4-BE49-F238E27FC236}">
                <a16:creationId xmlns:a16="http://schemas.microsoft.com/office/drawing/2014/main" id="{679D362A-540D-4FAC-B797-474304ADD287}"/>
              </a:ext>
            </a:extLst>
          </p:cNvPr>
          <p:cNvSpPr txBox="1"/>
          <p:nvPr/>
        </p:nvSpPr>
        <p:spPr>
          <a:xfrm>
            <a:off x="838200" y="1791222"/>
            <a:ext cx="10515600" cy="369332"/>
          </a:xfrm>
          <a:prstGeom prst="rect">
            <a:avLst/>
          </a:prstGeom>
          <a:noFill/>
        </p:spPr>
        <p:txBody>
          <a:bodyPr wrap="square" rtlCol="0">
            <a:spAutoFit/>
          </a:bodyPr>
          <a:lstStyle/>
          <a:p>
            <a:r>
              <a:rPr lang="es-ES" dirty="0" err="1"/>
              <a:t>JupyterLab</a:t>
            </a:r>
            <a:r>
              <a:rPr lang="es-ES"/>
              <a:t> es la </a:t>
            </a:r>
            <a:endParaRPr lang="es-ES" dirty="0"/>
          </a:p>
        </p:txBody>
      </p:sp>
    </p:spTree>
    <p:extLst>
      <p:ext uri="{BB962C8B-B14F-4D97-AF65-F5344CB8AC3E}">
        <p14:creationId xmlns:p14="http://schemas.microsoft.com/office/powerpoint/2010/main" val="3656914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843B9084A5546848AD9716F3D0FD403B" ma:contentTypeVersion="10" ma:contentTypeDescription="Crear nuevo documento." ma:contentTypeScope="" ma:versionID="f4e01f4f35eb1d0cf2f01627de505ee9">
  <xsd:schema xmlns:xsd="http://www.w3.org/2001/XMLSchema" xmlns:xs="http://www.w3.org/2001/XMLSchema" xmlns:p="http://schemas.microsoft.com/office/2006/metadata/properties" xmlns:ns2="5f0bfd3e-8873-48df-b4d9-0beda648e4ca" xmlns:ns3="bbfb9dfd-e75f-49ae-969f-48d567f71bce" targetNamespace="http://schemas.microsoft.com/office/2006/metadata/properties" ma:root="true" ma:fieldsID="e88b3ebe854517c4c83dc545011fe1c5" ns2:_="" ns3:_="">
    <xsd:import namespace="5f0bfd3e-8873-48df-b4d9-0beda648e4ca"/>
    <xsd:import namespace="bbfb9dfd-e75f-49ae-969f-48d567f71bc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0bfd3e-8873-48df-b4d9-0beda648e4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bfb9dfd-e75f-49ae-969f-48d567f71bce" elementFormDefault="qualified">
    <xsd:import namespace="http://schemas.microsoft.com/office/2006/documentManagement/types"/>
    <xsd:import namespace="http://schemas.microsoft.com/office/infopath/2007/PartnerControls"/>
    <xsd:element name="SharedWithUsers" ma:index="16"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2A84DB9-078C-49C3-9325-C41C2F27F5F3}">
  <ds:schemaRefs>
    <ds:schemaRef ds:uri="http://schemas.microsoft.com/sharepoint/v3/contenttype/forms"/>
  </ds:schemaRefs>
</ds:datastoreItem>
</file>

<file path=customXml/itemProps2.xml><?xml version="1.0" encoding="utf-8"?>
<ds:datastoreItem xmlns:ds="http://schemas.openxmlformats.org/officeDocument/2006/customXml" ds:itemID="{F3E74245-C9B3-433A-9E68-30F2E81FE8AB}"/>
</file>

<file path=customXml/itemProps3.xml><?xml version="1.0" encoding="utf-8"?>
<ds:datastoreItem xmlns:ds="http://schemas.openxmlformats.org/officeDocument/2006/customXml" ds:itemID="{096CFA7E-BE80-4E73-84B8-23BDDE3DD086}">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61</TotalTime>
  <Words>1531</Words>
  <Application>Microsoft Office PowerPoint</Application>
  <PresentationFormat>Widescreen</PresentationFormat>
  <Paragraphs>173</Paragraphs>
  <Slides>21</Slides>
  <Notes>12</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Python</vt:lpstr>
      <vt:lpstr>Bloques</vt:lpstr>
      <vt:lpstr>Presentación del curso</vt:lpstr>
      <vt:lpstr>El Lenguaje Python – Los orígenes </vt:lpstr>
      <vt:lpstr>El Lenguaje Python - Características</vt:lpstr>
      <vt:lpstr>El lenguaje Python</vt:lpstr>
      <vt:lpstr>Objetivos del curso</vt:lpstr>
      <vt:lpstr>Fases del curso</vt:lpstr>
      <vt:lpstr>Fase 1 - Fundamentos de la programación</vt:lpstr>
      <vt:lpstr>Fase 2 – Manejo de datos</vt:lpstr>
      <vt:lpstr>Fase 3 – Programación orientada a objetos</vt:lpstr>
      <vt:lpstr>Fase 4 – Temas avanzados</vt:lpstr>
      <vt:lpstr>Fase 5 – Python para ciencia de datos</vt:lpstr>
      <vt:lpstr>El entorno de aprendizaje</vt:lpstr>
      <vt:lpstr>PowerPoint Presentation</vt:lpstr>
      <vt:lpstr>El entorno de aprendizaje:</vt:lpstr>
      <vt:lpstr>Instalar anaconda en Windows</vt:lpstr>
      <vt:lpstr>Instalar anaconda en Mac</vt:lpstr>
      <vt:lpstr>Instalar anaconda en Linux</vt:lpstr>
      <vt:lpstr>Nociones sobre Jupyter</vt:lpstr>
      <vt:lpstr>JupyterLab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dc:title>
  <dc:creator>Encarnacion Gago Amado</dc:creator>
  <cp:lastModifiedBy>Encarnacion Gago Amado</cp:lastModifiedBy>
  <cp:revision>1</cp:revision>
  <dcterms:created xsi:type="dcterms:W3CDTF">2019-12-02T12:53:19Z</dcterms:created>
  <dcterms:modified xsi:type="dcterms:W3CDTF">2020-02-05T11:44:07Z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0x010100843B9084A5546848AD9716F3D0FD403B</vt:lpwstr>
  </property>
</Properties>
</file>